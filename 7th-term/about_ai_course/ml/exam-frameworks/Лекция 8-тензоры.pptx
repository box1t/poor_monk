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1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4.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notesSlides/notesSlide7.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1.png" ContentType="image/png"/>
  <Override PartName="/ppt/media/image2.jpeg" ContentType="image/jpeg"/>
  <Override PartName="/ppt/media/image3.png" ContentType="image/png"/>
  <Override PartName="/ppt/media/image4.png" ContentType="image/png"/>
  <Override PartName="/ppt/media/image5.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9.jpeg" ContentType="image/jpeg"/>
  <Override PartName="/ppt/media/image10.jpeg" ContentType="image/jpe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218882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13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38"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39" name="PlaceHolder 4"/>
          <p:cNvSpPr>
            <a:spLocks noGrp="1"/>
          </p:cNvSpPr>
          <p:nvPr>
            <p:ph type="dt" idx="8"/>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40" name="PlaceHolder 5"/>
          <p:cNvSpPr>
            <a:spLocks noGrp="1"/>
          </p:cNvSpPr>
          <p:nvPr>
            <p:ph type="ftr" idx="9"/>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41" name="PlaceHolder 6"/>
          <p:cNvSpPr>
            <a:spLocks noGrp="1"/>
          </p:cNvSpPr>
          <p:nvPr>
            <p:ph type="sldNum" idx="10"/>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166AB2B3-DC07-4676-8C0B-17F947F7588E}"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382680" y="685800"/>
            <a:ext cx="6092280" cy="3428280"/>
          </a:xfrm>
          <a:prstGeom prst="rect">
            <a:avLst/>
          </a:prstGeom>
          <a:ln w="0">
            <a:noFill/>
          </a:ln>
        </p:spPr>
      </p:sp>
      <p:sp>
        <p:nvSpPr>
          <p:cNvPr id="198"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199" name="PlaceHolder 3"/>
          <p:cNvSpPr>
            <a:spLocks noGrp="1"/>
          </p:cNvSpPr>
          <p:nvPr>
            <p:ph type="sldNum" idx="11"/>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678CF318-5DF8-4BE1-B006-1663D39BC28D}"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382680" y="685800"/>
            <a:ext cx="6092280" cy="3428280"/>
          </a:xfrm>
          <a:prstGeom prst="rect">
            <a:avLst/>
          </a:prstGeom>
          <a:ln w="0">
            <a:noFill/>
          </a:ln>
        </p:spPr>
      </p:sp>
      <p:sp>
        <p:nvSpPr>
          <p:cNvPr id="201"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02" name="PlaceHolder 3"/>
          <p:cNvSpPr>
            <a:spLocks noGrp="1"/>
          </p:cNvSpPr>
          <p:nvPr>
            <p:ph type="sldNum" idx="12"/>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BF02B306-B813-471B-94F3-3D51FCE58EFD}"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382680" y="685800"/>
            <a:ext cx="6092280" cy="3428280"/>
          </a:xfrm>
          <a:prstGeom prst="rect">
            <a:avLst/>
          </a:prstGeom>
          <a:ln w="0">
            <a:noFill/>
          </a:ln>
        </p:spPr>
      </p:sp>
      <p:sp>
        <p:nvSpPr>
          <p:cNvPr id="204"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05" name="PlaceHolder 3"/>
          <p:cNvSpPr>
            <a:spLocks noGrp="1"/>
          </p:cNvSpPr>
          <p:nvPr>
            <p:ph type="sldNum" idx="13"/>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B5D8AC96-DED4-403B-B480-3C3C2C514B31}"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382680" y="685800"/>
            <a:ext cx="6092280" cy="3428280"/>
          </a:xfrm>
          <a:prstGeom prst="rect">
            <a:avLst/>
          </a:prstGeom>
          <a:ln w="0">
            <a:noFill/>
          </a:ln>
        </p:spPr>
      </p:sp>
      <p:sp>
        <p:nvSpPr>
          <p:cNvPr id="207"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08" name="PlaceHolder 3"/>
          <p:cNvSpPr>
            <a:spLocks noGrp="1"/>
          </p:cNvSpPr>
          <p:nvPr>
            <p:ph type="sldNum" idx="14"/>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7B389860-0407-4063-A287-AB2D30B184D5}"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382680" y="685800"/>
            <a:ext cx="6092280" cy="3428280"/>
          </a:xfrm>
          <a:prstGeom prst="rect">
            <a:avLst/>
          </a:prstGeom>
          <a:ln w="0">
            <a:noFill/>
          </a:ln>
        </p:spPr>
      </p:sp>
      <p:sp>
        <p:nvSpPr>
          <p:cNvPr id="210"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11" name="PlaceHolder 3"/>
          <p:cNvSpPr>
            <a:spLocks noGrp="1"/>
          </p:cNvSpPr>
          <p:nvPr>
            <p:ph type="sldNum" idx="15"/>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C9F87B8B-4AD4-4C31-82F9-7B83E9E51B96}"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382680" y="685800"/>
            <a:ext cx="6092280" cy="3428280"/>
          </a:xfrm>
          <a:prstGeom prst="rect">
            <a:avLst/>
          </a:prstGeom>
          <a:ln w="0">
            <a:noFill/>
          </a:ln>
        </p:spPr>
      </p:sp>
      <p:sp>
        <p:nvSpPr>
          <p:cNvPr id="213"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14" name="PlaceHolder 3"/>
          <p:cNvSpPr>
            <a:spLocks noGrp="1"/>
          </p:cNvSpPr>
          <p:nvPr>
            <p:ph type="sldNum" idx="16"/>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FD7A58E0-FB90-4E4C-8557-C69D7042CF5A}"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382680" y="685800"/>
            <a:ext cx="6092280" cy="3428280"/>
          </a:xfrm>
          <a:prstGeom prst="rect">
            <a:avLst/>
          </a:prstGeom>
          <a:ln w="0">
            <a:noFill/>
          </a:ln>
        </p:spPr>
      </p:sp>
      <p:sp>
        <p:nvSpPr>
          <p:cNvPr id="216"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17" name="PlaceHolder 3"/>
          <p:cNvSpPr>
            <a:spLocks noGrp="1"/>
          </p:cNvSpPr>
          <p:nvPr>
            <p:ph type="sldNum" idx="17"/>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42ECDE21-103D-4BC8-84F7-E04E65D29DEC}"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382680" y="685800"/>
            <a:ext cx="6092280" cy="3428280"/>
          </a:xfrm>
          <a:prstGeom prst="rect">
            <a:avLst/>
          </a:prstGeom>
          <a:ln w="0">
            <a:noFill/>
          </a:ln>
        </p:spPr>
      </p:sp>
      <p:sp>
        <p:nvSpPr>
          <p:cNvPr id="219"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20" name="PlaceHolder 3"/>
          <p:cNvSpPr>
            <a:spLocks noGrp="1"/>
          </p:cNvSpPr>
          <p:nvPr>
            <p:ph type="sldNum" idx="18"/>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E22F2FE0-BF86-47A7-B42F-5FFD83DB5866}"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382680" y="685800"/>
            <a:ext cx="6092280" cy="3428280"/>
          </a:xfrm>
          <a:prstGeom prst="rect">
            <a:avLst/>
          </a:prstGeom>
          <a:ln w="0">
            <a:noFill/>
          </a:ln>
        </p:spPr>
      </p:sp>
      <p:sp>
        <p:nvSpPr>
          <p:cNvPr id="222"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23" name="PlaceHolder 3"/>
          <p:cNvSpPr>
            <a:spLocks noGrp="1"/>
          </p:cNvSpPr>
          <p:nvPr>
            <p:ph type="sldNum" idx="19"/>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E0DEBAD5-8747-43D9-A53E-23A016511317}"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382680" y="685800"/>
            <a:ext cx="6092280" cy="3428280"/>
          </a:xfrm>
          <a:prstGeom prst="rect">
            <a:avLst/>
          </a:prstGeom>
          <a:ln w="0">
            <a:noFill/>
          </a:ln>
        </p:spPr>
      </p:sp>
      <p:sp>
        <p:nvSpPr>
          <p:cNvPr id="225"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26" name="PlaceHolder 3"/>
          <p:cNvSpPr>
            <a:spLocks noGrp="1"/>
          </p:cNvSpPr>
          <p:nvPr>
            <p:ph type="sldNum" idx="20"/>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6C5893DB-CF15-477F-BDE5-92CC18F3FDAC}"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382680" y="685800"/>
            <a:ext cx="6092280" cy="3428280"/>
          </a:xfrm>
          <a:prstGeom prst="rect">
            <a:avLst/>
          </a:prstGeom>
          <a:ln w="0">
            <a:noFill/>
          </a:ln>
        </p:spPr>
      </p:sp>
      <p:sp>
        <p:nvSpPr>
          <p:cNvPr id="228"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29" name="PlaceHolder 3"/>
          <p:cNvSpPr>
            <a:spLocks noGrp="1"/>
          </p:cNvSpPr>
          <p:nvPr>
            <p:ph type="sldNum" idx="21"/>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24A08C18-003D-4738-B951-768C346B7674}"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382680" y="685800"/>
            <a:ext cx="6092280" cy="3428280"/>
          </a:xfrm>
          <a:prstGeom prst="rect">
            <a:avLst/>
          </a:prstGeom>
          <a:ln w="0">
            <a:noFill/>
          </a:ln>
        </p:spPr>
      </p:sp>
      <p:sp>
        <p:nvSpPr>
          <p:cNvPr id="231"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32" name="PlaceHolder 3"/>
          <p:cNvSpPr>
            <a:spLocks noGrp="1"/>
          </p:cNvSpPr>
          <p:nvPr>
            <p:ph type="sldNum" idx="22"/>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1280F9B9-7F6F-41BD-AC46-D19481964AC9}" type="slidenum">
              <a:rPr b="0" lang="ru-RU" sz="1200" spc="-1" strike="noStrike">
                <a:latin typeface="Times New Roman"/>
              </a:rPr>
              <a:t>&lt;number&gt;</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382680" y="685800"/>
            <a:ext cx="6092280" cy="3428280"/>
          </a:xfrm>
          <a:prstGeom prst="rect">
            <a:avLst/>
          </a:prstGeom>
          <a:ln w="0">
            <a:noFill/>
          </a:ln>
        </p:spPr>
      </p:sp>
      <p:sp>
        <p:nvSpPr>
          <p:cNvPr id="234" name="PlaceHolder 2"/>
          <p:cNvSpPr>
            <a:spLocks noGrp="1"/>
          </p:cNvSpPr>
          <p:nvPr>
            <p:ph type="body"/>
          </p:nvPr>
        </p:nvSpPr>
        <p:spPr>
          <a:xfrm>
            <a:off x="685800" y="4343400"/>
            <a:ext cx="5485680" cy="4114080"/>
          </a:xfrm>
          <a:prstGeom prst="rect">
            <a:avLst/>
          </a:prstGeom>
          <a:noFill/>
          <a:ln w="0">
            <a:noFill/>
          </a:ln>
        </p:spPr>
        <p:txBody>
          <a:bodyPr lIns="0" rIns="0" tIns="0" bIns="0" anchor="t">
            <a:noAutofit/>
          </a:bodyPr>
          <a:p>
            <a:endParaRPr b="0" lang="en-US" sz="2000" spc="-1" strike="noStrike">
              <a:latin typeface="Arial"/>
            </a:endParaRPr>
          </a:p>
        </p:txBody>
      </p:sp>
      <p:sp>
        <p:nvSpPr>
          <p:cNvPr id="235" name="PlaceHolder 3"/>
          <p:cNvSpPr>
            <a:spLocks noGrp="1"/>
          </p:cNvSpPr>
          <p:nvPr>
            <p:ph type="sldNum" idx="23"/>
          </p:nvPr>
        </p:nvSpPr>
        <p:spPr>
          <a:xfrm>
            <a:off x="3884760" y="8685360"/>
            <a:ext cx="2971080" cy="456480"/>
          </a:xfrm>
          <a:prstGeom prst="rect">
            <a:avLst/>
          </a:prstGeom>
          <a:noFill/>
          <a:ln w="0">
            <a:noFill/>
          </a:ln>
        </p:spPr>
        <p:txBody>
          <a:bodyPr lIns="0" rIns="0" tIns="0" bIns="0" anchor="b">
            <a:noAutofit/>
          </a:bodyPr>
          <a:lstStyle>
            <a:lvl1pPr algn="r">
              <a:lnSpc>
                <a:spcPct val="100000"/>
              </a:lnSpc>
              <a:buNone/>
              <a:defRPr b="0" lang="ru-RU" sz="1200" spc="-1" strike="noStrike">
                <a:latin typeface="Times New Roman"/>
              </a:defRPr>
            </a:lvl1pPr>
          </a:lstStyle>
          <a:p>
            <a:pPr algn="r">
              <a:lnSpc>
                <a:spcPct val="100000"/>
              </a:lnSpc>
              <a:buNone/>
            </a:pPr>
            <a:fld id="{30CEF209-C711-4455-A129-FD0CF606379E}" type="slidenum">
              <a:rPr b="0" lang="ru-RU"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61D86ECF-5A71-4BA4-A015-9C9E6987C0B8}"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type="subTitle"/>
          </p:nvPr>
        </p:nvSpPr>
        <p:spPr>
          <a:xfrm>
            <a:off x="609120" y="1604520"/>
            <a:ext cx="1096956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70FADC61-887F-4968-A19D-33A1D020156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 name="PlaceHolder 2"/>
          <p:cNvSpPr>
            <a:spLocks noGrp="1"/>
          </p:cNvSpPr>
          <p:nvPr>
            <p:ph/>
          </p:nvPr>
        </p:nvSpPr>
        <p:spPr>
          <a:xfrm>
            <a:off x="609120" y="1604520"/>
            <a:ext cx="1096956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9614B000-6F81-41E2-B320-074440AFB6CE}"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60912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623016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E7AEF13D-A270-4357-91C9-91C6B33F0F2A}"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D54AE2BA-B158-425C-B082-4239521D7595}"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609120" y="273600"/>
            <a:ext cx="1096956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0C535E53-F73E-48D2-8E0F-2E0D8BC2E046}"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1" name="PlaceHolder 2"/>
          <p:cNvSpPr>
            <a:spLocks noGrp="1"/>
          </p:cNvSpPr>
          <p:nvPr>
            <p:ph/>
          </p:nvPr>
        </p:nvSpPr>
        <p:spPr>
          <a:xfrm>
            <a:off x="60912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3"/>
          <p:cNvSpPr>
            <a:spLocks noGrp="1"/>
          </p:cNvSpPr>
          <p:nvPr>
            <p:ph/>
          </p:nvPr>
        </p:nvSpPr>
        <p:spPr>
          <a:xfrm>
            <a:off x="623016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3" name="PlaceHolder 4"/>
          <p:cNvSpPr>
            <a:spLocks noGrp="1"/>
          </p:cNvSpPr>
          <p:nvPr>
            <p:ph/>
          </p:nvPr>
        </p:nvSpPr>
        <p:spPr>
          <a:xfrm>
            <a:off x="60912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CB1EBB6-8CA3-48ED-8534-F2CC824AFECB}"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5" name="PlaceHolder 2"/>
          <p:cNvSpPr>
            <a:spLocks noGrp="1"/>
          </p:cNvSpPr>
          <p:nvPr>
            <p:ph/>
          </p:nvPr>
        </p:nvSpPr>
        <p:spPr>
          <a:xfrm>
            <a:off x="60912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6" name="PlaceHolder 3"/>
          <p:cNvSpPr>
            <a:spLocks noGrp="1"/>
          </p:cNvSpPr>
          <p:nvPr>
            <p:ph/>
          </p:nvPr>
        </p:nvSpPr>
        <p:spPr>
          <a:xfrm>
            <a:off x="623016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7" name="PlaceHolder 4"/>
          <p:cNvSpPr>
            <a:spLocks noGrp="1"/>
          </p:cNvSpPr>
          <p:nvPr>
            <p:ph/>
          </p:nvPr>
        </p:nvSpPr>
        <p:spPr>
          <a:xfrm>
            <a:off x="623016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EBDADC1E-B139-4764-898F-74468D3996EA}"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9" name="PlaceHolder 2"/>
          <p:cNvSpPr>
            <a:spLocks noGrp="1"/>
          </p:cNvSpPr>
          <p:nvPr>
            <p:ph/>
          </p:nvPr>
        </p:nvSpPr>
        <p:spPr>
          <a:xfrm>
            <a:off x="60912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3"/>
          <p:cNvSpPr>
            <a:spLocks noGrp="1"/>
          </p:cNvSpPr>
          <p:nvPr>
            <p:ph/>
          </p:nvPr>
        </p:nvSpPr>
        <p:spPr>
          <a:xfrm>
            <a:off x="623016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4"/>
          <p:cNvSpPr>
            <a:spLocks noGrp="1"/>
          </p:cNvSpPr>
          <p:nvPr>
            <p:ph/>
          </p:nvPr>
        </p:nvSpPr>
        <p:spPr>
          <a:xfrm>
            <a:off x="609120" y="3682080"/>
            <a:ext cx="109695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AED85569-AC18-42F4-A55D-62BBD4C1159E}"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3" name="PlaceHolder 2"/>
          <p:cNvSpPr>
            <a:spLocks noGrp="1"/>
          </p:cNvSpPr>
          <p:nvPr>
            <p:ph/>
          </p:nvPr>
        </p:nvSpPr>
        <p:spPr>
          <a:xfrm>
            <a:off x="609120" y="1604520"/>
            <a:ext cx="109695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3"/>
          <p:cNvSpPr>
            <a:spLocks noGrp="1"/>
          </p:cNvSpPr>
          <p:nvPr>
            <p:ph/>
          </p:nvPr>
        </p:nvSpPr>
        <p:spPr>
          <a:xfrm>
            <a:off x="609120" y="3682080"/>
            <a:ext cx="109695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28BE332B-B579-456E-8F49-A06633E96C4A}"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6" name="PlaceHolder 2"/>
          <p:cNvSpPr>
            <a:spLocks noGrp="1"/>
          </p:cNvSpPr>
          <p:nvPr>
            <p:ph/>
          </p:nvPr>
        </p:nvSpPr>
        <p:spPr>
          <a:xfrm>
            <a:off x="60912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3"/>
          <p:cNvSpPr>
            <a:spLocks noGrp="1"/>
          </p:cNvSpPr>
          <p:nvPr>
            <p:ph/>
          </p:nvPr>
        </p:nvSpPr>
        <p:spPr>
          <a:xfrm>
            <a:off x="623016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4"/>
          <p:cNvSpPr>
            <a:spLocks noGrp="1"/>
          </p:cNvSpPr>
          <p:nvPr>
            <p:ph/>
          </p:nvPr>
        </p:nvSpPr>
        <p:spPr>
          <a:xfrm>
            <a:off x="60912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5"/>
          <p:cNvSpPr>
            <a:spLocks noGrp="1"/>
          </p:cNvSpPr>
          <p:nvPr>
            <p:ph/>
          </p:nvPr>
        </p:nvSpPr>
        <p:spPr>
          <a:xfrm>
            <a:off x="623016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8A7127F0-E786-4A92-92DD-933FEC951746}"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1" name="PlaceHolder 2"/>
          <p:cNvSpPr>
            <a:spLocks noGrp="1"/>
          </p:cNvSpPr>
          <p:nvPr>
            <p:ph/>
          </p:nvPr>
        </p:nvSpPr>
        <p:spPr>
          <a:xfrm>
            <a:off x="609120" y="160452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2" name="PlaceHolder 3"/>
          <p:cNvSpPr>
            <a:spLocks noGrp="1"/>
          </p:cNvSpPr>
          <p:nvPr>
            <p:ph/>
          </p:nvPr>
        </p:nvSpPr>
        <p:spPr>
          <a:xfrm>
            <a:off x="4318200" y="160452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3" name="PlaceHolder 4"/>
          <p:cNvSpPr>
            <a:spLocks noGrp="1"/>
          </p:cNvSpPr>
          <p:nvPr>
            <p:ph/>
          </p:nvPr>
        </p:nvSpPr>
        <p:spPr>
          <a:xfrm>
            <a:off x="8026920" y="160452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4" name="PlaceHolder 5"/>
          <p:cNvSpPr>
            <a:spLocks noGrp="1"/>
          </p:cNvSpPr>
          <p:nvPr>
            <p:ph/>
          </p:nvPr>
        </p:nvSpPr>
        <p:spPr>
          <a:xfrm>
            <a:off x="609120" y="368208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5" name="PlaceHolder 6"/>
          <p:cNvSpPr>
            <a:spLocks noGrp="1"/>
          </p:cNvSpPr>
          <p:nvPr>
            <p:ph/>
          </p:nvPr>
        </p:nvSpPr>
        <p:spPr>
          <a:xfrm>
            <a:off x="4318200" y="368208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6" name="PlaceHolder 7"/>
          <p:cNvSpPr>
            <a:spLocks noGrp="1"/>
          </p:cNvSpPr>
          <p:nvPr>
            <p:ph/>
          </p:nvPr>
        </p:nvSpPr>
        <p:spPr>
          <a:xfrm>
            <a:off x="8026920" y="368208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4FEEE3BA-ABED-4AC1-87CC-54E4B6673FB1}"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AB6E2E08-570A-4ACE-B3AC-9B2454F8A12C}"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7"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8" name="PlaceHolder 2"/>
          <p:cNvSpPr>
            <a:spLocks noGrp="1"/>
          </p:cNvSpPr>
          <p:nvPr>
            <p:ph type="subTitle"/>
          </p:nvPr>
        </p:nvSpPr>
        <p:spPr>
          <a:xfrm>
            <a:off x="609120" y="1604520"/>
            <a:ext cx="1096956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B2CA2939-FF1A-4E4F-B0D3-A29CB3C08335}"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0" name="PlaceHolder 2"/>
          <p:cNvSpPr>
            <a:spLocks noGrp="1"/>
          </p:cNvSpPr>
          <p:nvPr>
            <p:ph/>
          </p:nvPr>
        </p:nvSpPr>
        <p:spPr>
          <a:xfrm>
            <a:off x="609120" y="1604520"/>
            <a:ext cx="1096956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E5BCEAB8-0DBC-4218-85E8-10319D1FFCB9}"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2" name="PlaceHolder 2"/>
          <p:cNvSpPr>
            <a:spLocks noGrp="1"/>
          </p:cNvSpPr>
          <p:nvPr>
            <p:ph/>
          </p:nvPr>
        </p:nvSpPr>
        <p:spPr>
          <a:xfrm>
            <a:off x="60912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3"/>
          <p:cNvSpPr>
            <a:spLocks noGrp="1"/>
          </p:cNvSpPr>
          <p:nvPr>
            <p:ph/>
          </p:nvPr>
        </p:nvSpPr>
        <p:spPr>
          <a:xfrm>
            <a:off x="623016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A4BF2E3D-34B3-4E30-976C-28BE5D08E5B5}"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4"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AD92C2EB-9040-4041-A596-1E4C9C4289AB}"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5" name="PlaceHolder 1"/>
          <p:cNvSpPr>
            <a:spLocks noGrp="1"/>
          </p:cNvSpPr>
          <p:nvPr>
            <p:ph type="subTitle"/>
          </p:nvPr>
        </p:nvSpPr>
        <p:spPr>
          <a:xfrm>
            <a:off x="609120" y="273600"/>
            <a:ext cx="1096956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70A92121-C5E3-4F05-B9D6-5201BA6A88CD}"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7" name="PlaceHolder 2"/>
          <p:cNvSpPr>
            <a:spLocks noGrp="1"/>
          </p:cNvSpPr>
          <p:nvPr>
            <p:ph/>
          </p:nvPr>
        </p:nvSpPr>
        <p:spPr>
          <a:xfrm>
            <a:off x="60912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8" name="PlaceHolder 3"/>
          <p:cNvSpPr>
            <a:spLocks noGrp="1"/>
          </p:cNvSpPr>
          <p:nvPr>
            <p:ph/>
          </p:nvPr>
        </p:nvSpPr>
        <p:spPr>
          <a:xfrm>
            <a:off x="623016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4"/>
          <p:cNvSpPr>
            <a:spLocks noGrp="1"/>
          </p:cNvSpPr>
          <p:nvPr>
            <p:ph/>
          </p:nvPr>
        </p:nvSpPr>
        <p:spPr>
          <a:xfrm>
            <a:off x="60912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56DE1190-C6AE-43D5-AB2F-500FE616217C}"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1" name="PlaceHolder 2"/>
          <p:cNvSpPr>
            <a:spLocks noGrp="1"/>
          </p:cNvSpPr>
          <p:nvPr>
            <p:ph/>
          </p:nvPr>
        </p:nvSpPr>
        <p:spPr>
          <a:xfrm>
            <a:off x="60912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3"/>
          <p:cNvSpPr>
            <a:spLocks noGrp="1"/>
          </p:cNvSpPr>
          <p:nvPr>
            <p:ph/>
          </p:nvPr>
        </p:nvSpPr>
        <p:spPr>
          <a:xfrm>
            <a:off x="623016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4"/>
          <p:cNvSpPr>
            <a:spLocks noGrp="1"/>
          </p:cNvSpPr>
          <p:nvPr>
            <p:ph/>
          </p:nvPr>
        </p:nvSpPr>
        <p:spPr>
          <a:xfrm>
            <a:off x="623016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8505C5D1-38E2-49CC-AE88-F1A985026C71}"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5" name="PlaceHolder 2"/>
          <p:cNvSpPr>
            <a:spLocks noGrp="1"/>
          </p:cNvSpPr>
          <p:nvPr>
            <p:ph/>
          </p:nvPr>
        </p:nvSpPr>
        <p:spPr>
          <a:xfrm>
            <a:off x="60912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6" name="PlaceHolder 3"/>
          <p:cNvSpPr>
            <a:spLocks noGrp="1"/>
          </p:cNvSpPr>
          <p:nvPr>
            <p:ph/>
          </p:nvPr>
        </p:nvSpPr>
        <p:spPr>
          <a:xfrm>
            <a:off x="623016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4"/>
          <p:cNvSpPr>
            <a:spLocks noGrp="1"/>
          </p:cNvSpPr>
          <p:nvPr>
            <p:ph/>
          </p:nvPr>
        </p:nvSpPr>
        <p:spPr>
          <a:xfrm>
            <a:off x="609120" y="3682080"/>
            <a:ext cx="109695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30716E6A-FAE1-4A6F-BFB0-99A279F802ED}"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9" name="PlaceHolder 2"/>
          <p:cNvSpPr>
            <a:spLocks noGrp="1"/>
          </p:cNvSpPr>
          <p:nvPr>
            <p:ph/>
          </p:nvPr>
        </p:nvSpPr>
        <p:spPr>
          <a:xfrm>
            <a:off x="609120" y="1604520"/>
            <a:ext cx="109695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3"/>
          <p:cNvSpPr>
            <a:spLocks noGrp="1"/>
          </p:cNvSpPr>
          <p:nvPr>
            <p:ph/>
          </p:nvPr>
        </p:nvSpPr>
        <p:spPr>
          <a:xfrm>
            <a:off x="609120" y="3682080"/>
            <a:ext cx="109695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242167F1-8FC2-40F5-93C6-1E8100ADC316}"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2" name="PlaceHolder 2"/>
          <p:cNvSpPr>
            <a:spLocks noGrp="1"/>
          </p:cNvSpPr>
          <p:nvPr>
            <p:ph/>
          </p:nvPr>
        </p:nvSpPr>
        <p:spPr>
          <a:xfrm>
            <a:off x="60912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3" name="PlaceHolder 3"/>
          <p:cNvSpPr>
            <a:spLocks noGrp="1"/>
          </p:cNvSpPr>
          <p:nvPr>
            <p:ph/>
          </p:nvPr>
        </p:nvSpPr>
        <p:spPr>
          <a:xfrm>
            <a:off x="623016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4" name="PlaceHolder 4"/>
          <p:cNvSpPr>
            <a:spLocks noGrp="1"/>
          </p:cNvSpPr>
          <p:nvPr>
            <p:ph/>
          </p:nvPr>
        </p:nvSpPr>
        <p:spPr>
          <a:xfrm>
            <a:off x="60912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5" name="PlaceHolder 5"/>
          <p:cNvSpPr>
            <a:spLocks noGrp="1"/>
          </p:cNvSpPr>
          <p:nvPr>
            <p:ph/>
          </p:nvPr>
        </p:nvSpPr>
        <p:spPr>
          <a:xfrm>
            <a:off x="623016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D6CC4BE9-0A79-4CA9-B2C3-DD2E1047051C}"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7" name="PlaceHolder 2"/>
          <p:cNvSpPr>
            <a:spLocks noGrp="1"/>
          </p:cNvSpPr>
          <p:nvPr>
            <p:ph/>
          </p:nvPr>
        </p:nvSpPr>
        <p:spPr>
          <a:xfrm>
            <a:off x="609120" y="160452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8" name="PlaceHolder 3"/>
          <p:cNvSpPr>
            <a:spLocks noGrp="1"/>
          </p:cNvSpPr>
          <p:nvPr>
            <p:ph/>
          </p:nvPr>
        </p:nvSpPr>
        <p:spPr>
          <a:xfrm>
            <a:off x="4318200" y="160452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9" name="PlaceHolder 4"/>
          <p:cNvSpPr>
            <a:spLocks noGrp="1"/>
          </p:cNvSpPr>
          <p:nvPr>
            <p:ph/>
          </p:nvPr>
        </p:nvSpPr>
        <p:spPr>
          <a:xfrm>
            <a:off x="8026920" y="160452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0" name="PlaceHolder 5"/>
          <p:cNvSpPr>
            <a:spLocks noGrp="1"/>
          </p:cNvSpPr>
          <p:nvPr>
            <p:ph/>
          </p:nvPr>
        </p:nvSpPr>
        <p:spPr>
          <a:xfrm>
            <a:off x="609120" y="368208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1" name="PlaceHolder 6"/>
          <p:cNvSpPr>
            <a:spLocks noGrp="1"/>
          </p:cNvSpPr>
          <p:nvPr>
            <p:ph/>
          </p:nvPr>
        </p:nvSpPr>
        <p:spPr>
          <a:xfrm>
            <a:off x="4318200" y="368208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2" name="PlaceHolder 7"/>
          <p:cNvSpPr>
            <a:spLocks noGrp="1"/>
          </p:cNvSpPr>
          <p:nvPr>
            <p:ph/>
          </p:nvPr>
        </p:nvSpPr>
        <p:spPr>
          <a:xfrm>
            <a:off x="8026920" y="368208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1230F2BF-0342-4A3C-98FD-FC5CBB31F2FD}"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7"/>
          </p:nvPr>
        </p:nvSpPr>
        <p:spPr/>
        <p:txBody>
          <a:bodyPr/>
          <a:p>
            <a:fld id="{FD6E803A-B56E-4689-B97E-39222668ED1D}"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1" name="PlaceHolder 2"/>
          <p:cNvSpPr>
            <a:spLocks noGrp="1"/>
          </p:cNvSpPr>
          <p:nvPr>
            <p:ph type="subTitle"/>
          </p:nvPr>
        </p:nvSpPr>
        <p:spPr>
          <a:xfrm>
            <a:off x="609120" y="1604520"/>
            <a:ext cx="1096956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7"/>
          </p:nvPr>
        </p:nvSpPr>
        <p:spPr/>
        <p:txBody>
          <a:bodyPr/>
          <a:p>
            <a:fld id="{C968F84E-5FF8-4480-A91B-8141E1C1F724}"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3" name="PlaceHolder 2"/>
          <p:cNvSpPr>
            <a:spLocks noGrp="1"/>
          </p:cNvSpPr>
          <p:nvPr>
            <p:ph/>
          </p:nvPr>
        </p:nvSpPr>
        <p:spPr>
          <a:xfrm>
            <a:off x="609120" y="1604520"/>
            <a:ext cx="1096956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sldNum" idx="7"/>
          </p:nvPr>
        </p:nvSpPr>
        <p:spPr/>
        <p:txBody>
          <a:bodyPr/>
          <a:p>
            <a:fld id="{F575C1EE-B8B1-4477-8860-12D0C3FF527D}"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5" name="PlaceHolder 2"/>
          <p:cNvSpPr>
            <a:spLocks noGrp="1"/>
          </p:cNvSpPr>
          <p:nvPr>
            <p:ph/>
          </p:nvPr>
        </p:nvSpPr>
        <p:spPr>
          <a:xfrm>
            <a:off x="60912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6" name="PlaceHolder 3"/>
          <p:cNvSpPr>
            <a:spLocks noGrp="1"/>
          </p:cNvSpPr>
          <p:nvPr>
            <p:ph/>
          </p:nvPr>
        </p:nvSpPr>
        <p:spPr>
          <a:xfrm>
            <a:off x="623016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7"/>
          </p:nvPr>
        </p:nvSpPr>
        <p:spPr/>
        <p:txBody>
          <a:bodyPr/>
          <a:p>
            <a:fld id="{A62F1FA6-AA83-44F5-B568-A93F0D2B8991}"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ldNum" idx="7"/>
          </p:nvPr>
        </p:nvSpPr>
        <p:spPr/>
        <p:txBody>
          <a:bodyPr/>
          <a:p>
            <a:fld id="{6425C16F-0D06-445B-98D7-86FCCDD8AE8C}"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p:nvPr>
        </p:nvSpPr>
        <p:spPr>
          <a:xfrm>
            <a:off x="609120" y="273600"/>
            <a:ext cx="1096956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7"/>
          </p:nvPr>
        </p:nvSpPr>
        <p:spPr/>
        <p:txBody>
          <a:bodyPr/>
          <a:p>
            <a:fld id="{8DC35F7B-431F-4B57-A8F7-C7566B101E03}"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0" name="PlaceHolder 2"/>
          <p:cNvSpPr>
            <a:spLocks noGrp="1"/>
          </p:cNvSpPr>
          <p:nvPr>
            <p:ph/>
          </p:nvPr>
        </p:nvSpPr>
        <p:spPr>
          <a:xfrm>
            <a:off x="60912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1" name="PlaceHolder 3"/>
          <p:cNvSpPr>
            <a:spLocks noGrp="1"/>
          </p:cNvSpPr>
          <p:nvPr>
            <p:ph/>
          </p:nvPr>
        </p:nvSpPr>
        <p:spPr>
          <a:xfrm>
            <a:off x="623016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2" name="PlaceHolder 4"/>
          <p:cNvSpPr>
            <a:spLocks noGrp="1"/>
          </p:cNvSpPr>
          <p:nvPr>
            <p:ph/>
          </p:nvPr>
        </p:nvSpPr>
        <p:spPr>
          <a:xfrm>
            <a:off x="60912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7"/>
          </p:nvPr>
        </p:nvSpPr>
        <p:spPr/>
        <p:txBody>
          <a:bodyPr/>
          <a:p>
            <a:fld id="{894BCD62-7E6E-47BF-8BF6-A926D8E3E57E}"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4" name="PlaceHolder 2"/>
          <p:cNvSpPr>
            <a:spLocks noGrp="1"/>
          </p:cNvSpPr>
          <p:nvPr>
            <p:ph/>
          </p:nvPr>
        </p:nvSpPr>
        <p:spPr>
          <a:xfrm>
            <a:off x="609120" y="1604520"/>
            <a:ext cx="53528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5" name="PlaceHolder 3"/>
          <p:cNvSpPr>
            <a:spLocks noGrp="1"/>
          </p:cNvSpPr>
          <p:nvPr>
            <p:ph/>
          </p:nvPr>
        </p:nvSpPr>
        <p:spPr>
          <a:xfrm>
            <a:off x="623016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6" name="PlaceHolder 4"/>
          <p:cNvSpPr>
            <a:spLocks noGrp="1"/>
          </p:cNvSpPr>
          <p:nvPr>
            <p:ph/>
          </p:nvPr>
        </p:nvSpPr>
        <p:spPr>
          <a:xfrm>
            <a:off x="623016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7"/>
          </p:nvPr>
        </p:nvSpPr>
        <p:spPr/>
        <p:txBody>
          <a:bodyPr/>
          <a:p>
            <a:fld id="{B55880F6-CCBF-4071-86DA-1B7C54128329}"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8" name="PlaceHolder 2"/>
          <p:cNvSpPr>
            <a:spLocks noGrp="1"/>
          </p:cNvSpPr>
          <p:nvPr>
            <p:ph/>
          </p:nvPr>
        </p:nvSpPr>
        <p:spPr>
          <a:xfrm>
            <a:off x="60912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9" name="PlaceHolder 3"/>
          <p:cNvSpPr>
            <a:spLocks noGrp="1"/>
          </p:cNvSpPr>
          <p:nvPr>
            <p:ph/>
          </p:nvPr>
        </p:nvSpPr>
        <p:spPr>
          <a:xfrm>
            <a:off x="623016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0" name="PlaceHolder 4"/>
          <p:cNvSpPr>
            <a:spLocks noGrp="1"/>
          </p:cNvSpPr>
          <p:nvPr>
            <p:ph/>
          </p:nvPr>
        </p:nvSpPr>
        <p:spPr>
          <a:xfrm>
            <a:off x="609120" y="3682080"/>
            <a:ext cx="109695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7"/>
          </p:nvPr>
        </p:nvSpPr>
        <p:spPr/>
        <p:txBody>
          <a:bodyPr/>
          <a:p>
            <a:fld id="{97550E0B-93D8-494E-8D4E-080E960CA817}"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2" name="PlaceHolder 2"/>
          <p:cNvSpPr>
            <a:spLocks noGrp="1"/>
          </p:cNvSpPr>
          <p:nvPr>
            <p:ph/>
          </p:nvPr>
        </p:nvSpPr>
        <p:spPr>
          <a:xfrm>
            <a:off x="609120" y="1604520"/>
            <a:ext cx="109695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3" name="PlaceHolder 3"/>
          <p:cNvSpPr>
            <a:spLocks noGrp="1"/>
          </p:cNvSpPr>
          <p:nvPr>
            <p:ph/>
          </p:nvPr>
        </p:nvSpPr>
        <p:spPr>
          <a:xfrm>
            <a:off x="609120" y="3682080"/>
            <a:ext cx="109695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7"/>
          </p:nvPr>
        </p:nvSpPr>
        <p:spPr/>
        <p:txBody>
          <a:bodyPr/>
          <a:p>
            <a:fld id="{DB38CD75-CC01-4867-813A-D6BA835518A6}"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5" name="PlaceHolder 2"/>
          <p:cNvSpPr>
            <a:spLocks noGrp="1"/>
          </p:cNvSpPr>
          <p:nvPr>
            <p:ph/>
          </p:nvPr>
        </p:nvSpPr>
        <p:spPr>
          <a:xfrm>
            <a:off x="60912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6" name="PlaceHolder 3"/>
          <p:cNvSpPr>
            <a:spLocks noGrp="1"/>
          </p:cNvSpPr>
          <p:nvPr>
            <p:ph/>
          </p:nvPr>
        </p:nvSpPr>
        <p:spPr>
          <a:xfrm>
            <a:off x="6230160" y="160452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7" name="PlaceHolder 4"/>
          <p:cNvSpPr>
            <a:spLocks noGrp="1"/>
          </p:cNvSpPr>
          <p:nvPr>
            <p:ph/>
          </p:nvPr>
        </p:nvSpPr>
        <p:spPr>
          <a:xfrm>
            <a:off x="60912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8" name="PlaceHolder 5"/>
          <p:cNvSpPr>
            <a:spLocks noGrp="1"/>
          </p:cNvSpPr>
          <p:nvPr>
            <p:ph/>
          </p:nvPr>
        </p:nvSpPr>
        <p:spPr>
          <a:xfrm>
            <a:off x="6230160" y="3682080"/>
            <a:ext cx="53528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sldNum" idx="7"/>
          </p:nvPr>
        </p:nvSpPr>
        <p:spPr/>
        <p:txBody>
          <a:bodyPr/>
          <a:p>
            <a:fld id="{D7B0A173-DD5F-4306-BD1B-6706C6617BFF}"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0" name="PlaceHolder 2"/>
          <p:cNvSpPr>
            <a:spLocks noGrp="1"/>
          </p:cNvSpPr>
          <p:nvPr>
            <p:ph/>
          </p:nvPr>
        </p:nvSpPr>
        <p:spPr>
          <a:xfrm>
            <a:off x="609120" y="160452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1" name="PlaceHolder 3"/>
          <p:cNvSpPr>
            <a:spLocks noGrp="1"/>
          </p:cNvSpPr>
          <p:nvPr>
            <p:ph/>
          </p:nvPr>
        </p:nvSpPr>
        <p:spPr>
          <a:xfrm>
            <a:off x="4318200" y="160452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2" name="PlaceHolder 4"/>
          <p:cNvSpPr>
            <a:spLocks noGrp="1"/>
          </p:cNvSpPr>
          <p:nvPr>
            <p:ph/>
          </p:nvPr>
        </p:nvSpPr>
        <p:spPr>
          <a:xfrm>
            <a:off x="8026920" y="160452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3" name="PlaceHolder 5"/>
          <p:cNvSpPr>
            <a:spLocks noGrp="1"/>
          </p:cNvSpPr>
          <p:nvPr>
            <p:ph/>
          </p:nvPr>
        </p:nvSpPr>
        <p:spPr>
          <a:xfrm>
            <a:off x="609120" y="368208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4" name="PlaceHolder 6"/>
          <p:cNvSpPr>
            <a:spLocks noGrp="1"/>
          </p:cNvSpPr>
          <p:nvPr>
            <p:ph/>
          </p:nvPr>
        </p:nvSpPr>
        <p:spPr>
          <a:xfrm>
            <a:off x="4318200" y="368208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5" name="PlaceHolder 7"/>
          <p:cNvSpPr>
            <a:spLocks noGrp="1"/>
          </p:cNvSpPr>
          <p:nvPr>
            <p:ph/>
          </p:nvPr>
        </p:nvSpPr>
        <p:spPr>
          <a:xfrm>
            <a:off x="8026920" y="3682080"/>
            <a:ext cx="353196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sldNum" idx="7"/>
          </p:nvPr>
        </p:nvSpPr>
        <p:spPr/>
        <p:txBody>
          <a:bodyPr/>
          <a:p>
            <a:fld id="{8A703EF5-51E8-4190-BCE5-4A0A93BA049E}"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6" hidden="1"/>
          <p:cNvSpPr/>
          <p:nvPr/>
        </p:nvSpPr>
        <p:spPr>
          <a:xfrm>
            <a:off x="0" y="6400800"/>
            <a:ext cx="12188160" cy="456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1" name="Rectangle 8" hidden="1"/>
          <p:cNvSpPr/>
          <p:nvPr/>
        </p:nvSpPr>
        <p:spPr>
          <a:xfrm>
            <a:off x="0" y="6334200"/>
            <a:ext cx="12188160" cy="65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2" name="Straight Connector 9"/>
          <p:cNvSpPr/>
          <p:nvPr/>
        </p:nvSpPr>
        <p:spPr>
          <a:xfrm>
            <a:off x="1193040" y="1737720"/>
            <a:ext cx="9964440" cy="360"/>
          </a:xfrm>
          <a:prstGeom prst="line">
            <a:avLst/>
          </a:prstGeom>
          <a:ln w="6350">
            <a:solidFill>
              <a:srgbClr val="808080"/>
            </a:solidFill>
            <a:round/>
          </a:ln>
        </p:spPr>
        <p:style>
          <a:lnRef idx="1">
            <a:schemeClr val="accent1"/>
          </a:lnRef>
          <a:fillRef idx="0">
            <a:schemeClr val="accent1"/>
          </a:fillRef>
          <a:effectRef idx="0">
            <a:schemeClr val="accent1"/>
          </a:effectRef>
          <a:fontRef idx="minor"/>
        </p:style>
      </p:sp>
      <p:sp>
        <p:nvSpPr>
          <p:cNvPr id="3" name="Rectangle 6"/>
          <p:cNvSpPr/>
          <p:nvPr/>
        </p:nvSpPr>
        <p:spPr>
          <a:xfrm>
            <a:off x="3240" y="6400800"/>
            <a:ext cx="12184920" cy="456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 name="Rectangle 7"/>
          <p:cNvSpPr/>
          <p:nvPr/>
        </p:nvSpPr>
        <p:spPr>
          <a:xfrm>
            <a:off x="0" y="6334200"/>
            <a:ext cx="12184920" cy="6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5" name="Straight Connector 8"/>
          <p:cNvSpPr/>
          <p:nvPr/>
        </p:nvSpPr>
        <p:spPr>
          <a:xfrm>
            <a:off x="1207080" y="4343400"/>
            <a:ext cx="9873000" cy="360"/>
          </a:xfrm>
          <a:prstGeom prst="line">
            <a:avLst/>
          </a:prstGeom>
          <a:ln w="6350">
            <a:solidFill>
              <a:srgbClr val="808080"/>
            </a:solidFill>
            <a:round/>
          </a:ln>
        </p:spPr>
        <p:style>
          <a:lnRef idx="1">
            <a:schemeClr val="accent1"/>
          </a:lnRef>
          <a:fillRef idx="0">
            <a:schemeClr val="accent1"/>
          </a:fillRef>
          <a:effectRef idx="0">
            <a:schemeClr val="accent1"/>
          </a:effectRef>
          <a:fontRef idx="minor"/>
        </p:style>
      </p:sp>
      <p:sp>
        <p:nvSpPr>
          <p:cNvPr id="6" name="PlaceHolder 1"/>
          <p:cNvSpPr>
            <a:spLocks noGrp="1"/>
          </p:cNvSpPr>
          <p:nvPr>
            <p:ph type="title"/>
          </p:nvPr>
        </p:nvSpPr>
        <p:spPr>
          <a:xfrm>
            <a:off x="609120" y="273600"/>
            <a:ext cx="10969200" cy="114444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7" name="PlaceHolder 2"/>
          <p:cNvSpPr>
            <a:spLocks noGrp="1"/>
          </p:cNvSpPr>
          <p:nvPr>
            <p:ph type="ftr" idx="1"/>
          </p:nvPr>
        </p:nvSpPr>
        <p:spPr>
          <a:xfrm>
            <a:off x="3685320" y="6459840"/>
            <a:ext cx="4820760" cy="3643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8" name="PlaceHolder 3"/>
          <p:cNvSpPr>
            <a:spLocks noGrp="1"/>
          </p:cNvSpPr>
          <p:nvPr>
            <p:ph type="sldNum" idx="2"/>
          </p:nvPr>
        </p:nvSpPr>
        <p:spPr>
          <a:xfrm>
            <a:off x="9897840" y="6459840"/>
            <a:ext cx="1311120" cy="364320"/>
          </a:xfrm>
          <a:prstGeom prst="rect">
            <a:avLst/>
          </a:prstGeom>
          <a:noFill/>
          <a:ln w="0">
            <a:noFill/>
          </a:ln>
        </p:spPr>
        <p:txBody>
          <a:bodyPr lIns="90000" rIns="90000" tIns="45000" bIns="45000" anchor="ctr">
            <a:noAutofit/>
          </a:bodyPr>
          <a:lstStyle>
            <a:lvl1pPr algn="r">
              <a:lnSpc>
                <a:spcPct val="100000"/>
              </a:lnSpc>
              <a:buNone/>
              <a:defRPr b="0" lang="ru-RU" sz="1050" spc="-1" strike="noStrike">
                <a:solidFill>
                  <a:srgbClr val="ffffff"/>
                </a:solidFill>
                <a:latin typeface="Calibri"/>
              </a:defRPr>
            </a:lvl1pPr>
          </a:lstStyle>
          <a:p>
            <a:pPr algn="r">
              <a:lnSpc>
                <a:spcPct val="100000"/>
              </a:lnSpc>
              <a:buNone/>
            </a:pPr>
            <a:fld id="{E618BFCF-B1F4-4E04-BDC9-788A915A6BC5}" type="slidenum">
              <a:rPr b="0" lang="ru-RU" sz="1050" spc="-1" strike="noStrike">
                <a:solidFill>
                  <a:srgbClr val="ffffff"/>
                </a:solidFill>
                <a:latin typeface="Calibri"/>
              </a:rPr>
              <a:t>&lt;number&gt;</a:t>
            </a:fld>
            <a:endParaRPr b="0" lang="en-US" sz="1050" spc="-1" strike="noStrike">
              <a:latin typeface="Times New Roman"/>
            </a:endParaRPr>
          </a:p>
        </p:txBody>
      </p:sp>
      <p:sp>
        <p:nvSpPr>
          <p:cNvPr id="9" name="PlaceHolder 4"/>
          <p:cNvSpPr>
            <a:spLocks noGrp="1"/>
          </p:cNvSpPr>
          <p:nvPr>
            <p:ph type="dt" idx="3"/>
          </p:nvPr>
        </p:nvSpPr>
        <p:spPr>
          <a:xfrm>
            <a:off x="1096920" y="6459840"/>
            <a:ext cx="2471040" cy="3643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10" name="PlaceHolder 5"/>
          <p:cNvSpPr>
            <a:spLocks noGrp="1"/>
          </p:cNvSpPr>
          <p:nvPr>
            <p:ph type="body"/>
          </p:nvPr>
        </p:nvSpPr>
        <p:spPr>
          <a:xfrm>
            <a:off x="609120" y="1604520"/>
            <a:ext cx="1096956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Rectangle 6" hidden="1"/>
          <p:cNvSpPr/>
          <p:nvPr/>
        </p:nvSpPr>
        <p:spPr>
          <a:xfrm>
            <a:off x="0" y="6400800"/>
            <a:ext cx="12188160" cy="456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8" name="Rectangle 8" hidden="1"/>
          <p:cNvSpPr/>
          <p:nvPr/>
        </p:nvSpPr>
        <p:spPr>
          <a:xfrm>
            <a:off x="0" y="6334200"/>
            <a:ext cx="12188160" cy="65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49" name="Straight Connector 9"/>
          <p:cNvSpPr/>
          <p:nvPr/>
        </p:nvSpPr>
        <p:spPr>
          <a:xfrm>
            <a:off x="1193040" y="1737720"/>
            <a:ext cx="9964440" cy="360"/>
          </a:xfrm>
          <a:prstGeom prst="line">
            <a:avLst/>
          </a:prstGeom>
          <a:ln w="6350">
            <a:solidFill>
              <a:srgbClr val="808080"/>
            </a:solidFill>
            <a:round/>
          </a:ln>
        </p:spPr>
        <p:style>
          <a:lnRef idx="1">
            <a:schemeClr val="accent1"/>
          </a:lnRef>
          <a:fillRef idx="0">
            <a:schemeClr val="accent1"/>
          </a:fillRef>
          <a:effectRef idx="0">
            <a:schemeClr val="accent1"/>
          </a:effectRef>
          <a:fontRef idx="minor"/>
        </p:style>
      </p:sp>
      <p:sp>
        <p:nvSpPr>
          <p:cNvPr id="50" name="Rectangle 4"/>
          <p:cNvSpPr/>
          <p:nvPr/>
        </p:nvSpPr>
        <p:spPr>
          <a:xfrm>
            <a:off x="3240" y="6400800"/>
            <a:ext cx="12184920" cy="456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51" name="Rectangle 5"/>
          <p:cNvSpPr/>
          <p:nvPr/>
        </p:nvSpPr>
        <p:spPr>
          <a:xfrm>
            <a:off x="0" y="6334200"/>
            <a:ext cx="12184920" cy="6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52" name="PlaceHolder 1"/>
          <p:cNvSpPr>
            <a:spLocks noGrp="1"/>
          </p:cNvSpPr>
          <p:nvPr>
            <p:ph type="ftr" idx="4"/>
          </p:nvPr>
        </p:nvSpPr>
        <p:spPr>
          <a:xfrm>
            <a:off x="3685320" y="6459840"/>
            <a:ext cx="4820760" cy="36432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53" name="PlaceHolder 2"/>
          <p:cNvSpPr>
            <a:spLocks noGrp="1"/>
          </p:cNvSpPr>
          <p:nvPr>
            <p:ph type="sldNum" idx="5"/>
          </p:nvPr>
        </p:nvSpPr>
        <p:spPr>
          <a:xfrm>
            <a:off x="9897840" y="6459840"/>
            <a:ext cx="1311120" cy="364320"/>
          </a:xfrm>
          <a:prstGeom prst="rect">
            <a:avLst/>
          </a:prstGeom>
          <a:noFill/>
          <a:ln w="0">
            <a:noFill/>
          </a:ln>
        </p:spPr>
        <p:txBody>
          <a:bodyPr lIns="90000" rIns="90000" tIns="45000" bIns="45000" anchor="ctr">
            <a:noAutofit/>
          </a:bodyPr>
          <a:lstStyle>
            <a:lvl1pPr algn="r">
              <a:lnSpc>
                <a:spcPct val="100000"/>
              </a:lnSpc>
              <a:buNone/>
              <a:defRPr b="0" lang="ru-RU" sz="1050" spc="-1" strike="noStrike">
                <a:solidFill>
                  <a:srgbClr val="ffffff"/>
                </a:solidFill>
                <a:latin typeface="Calibri"/>
              </a:defRPr>
            </a:lvl1pPr>
          </a:lstStyle>
          <a:p>
            <a:pPr algn="r">
              <a:lnSpc>
                <a:spcPct val="100000"/>
              </a:lnSpc>
              <a:buNone/>
            </a:pPr>
            <a:fld id="{17D0F474-04F9-40FD-9B2B-60D8356F7A13}" type="slidenum">
              <a:rPr b="0" lang="ru-RU" sz="1050" spc="-1" strike="noStrike">
                <a:solidFill>
                  <a:srgbClr val="ffffff"/>
                </a:solidFill>
                <a:latin typeface="Calibri"/>
              </a:rPr>
              <a:t>&lt;number&gt;</a:t>
            </a:fld>
            <a:endParaRPr b="0" lang="en-US" sz="1050" spc="-1" strike="noStrike">
              <a:latin typeface="Times New Roman"/>
            </a:endParaRPr>
          </a:p>
        </p:txBody>
      </p:sp>
      <p:sp>
        <p:nvSpPr>
          <p:cNvPr id="54" name="PlaceHolder 3"/>
          <p:cNvSpPr>
            <a:spLocks noGrp="1"/>
          </p:cNvSpPr>
          <p:nvPr>
            <p:ph type="dt" idx="6"/>
          </p:nvPr>
        </p:nvSpPr>
        <p:spPr>
          <a:xfrm>
            <a:off x="1096920" y="6459840"/>
            <a:ext cx="2471040" cy="36432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55" name="PlaceHolder 4"/>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56" name="PlaceHolder 5"/>
          <p:cNvSpPr>
            <a:spLocks noGrp="1"/>
          </p:cNvSpPr>
          <p:nvPr>
            <p:ph type="body"/>
          </p:nvPr>
        </p:nvSpPr>
        <p:spPr>
          <a:xfrm>
            <a:off x="609120" y="1604520"/>
            <a:ext cx="1096956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Rectangle 6"/>
          <p:cNvSpPr/>
          <p:nvPr/>
        </p:nvSpPr>
        <p:spPr>
          <a:xfrm>
            <a:off x="0" y="6400800"/>
            <a:ext cx="12188160" cy="456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94" name="Rectangle 8"/>
          <p:cNvSpPr/>
          <p:nvPr/>
        </p:nvSpPr>
        <p:spPr>
          <a:xfrm>
            <a:off x="0" y="6334200"/>
            <a:ext cx="12188160" cy="65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95" name="Straight Connector 9"/>
          <p:cNvSpPr/>
          <p:nvPr/>
        </p:nvSpPr>
        <p:spPr>
          <a:xfrm>
            <a:off x="1193040" y="1737720"/>
            <a:ext cx="9964440" cy="360"/>
          </a:xfrm>
          <a:prstGeom prst="line">
            <a:avLst/>
          </a:prstGeom>
          <a:ln w="6350">
            <a:solidFill>
              <a:srgbClr val="808080"/>
            </a:solidFill>
            <a:round/>
          </a:ln>
        </p:spPr>
        <p:style>
          <a:lnRef idx="1">
            <a:schemeClr val="accent1"/>
          </a:lnRef>
          <a:fillRef idx="0">
            <a:schemeClr val="accent1"/>
          </a:fillRef>
          <a:effectRef idx="0">
            <a:schemeClr val="accent1"/>
          </a:effectRef>
          <a:fontRef idx="minor"/>
        </p:style>
      </p:sp>
      <p:sp>
        <p:nvSpPr>
          <p:cNvPr id="96" name="Google Shape;55;p40"/>
          <p:cNvSpPr/>
          <p:nvPr/>
        </p:nvSpPr>
        <p:spPr>
          <a:xfrm>
            <a:off x="0" y="6727680"/>
            <a:ext cx="12188160" cy="129600"/>
          </a:xfrm>
          <a:prstGeom prst="rect">
            <a:avLst/>
          </a:prstGeom>
          <a:solidFill>
            <a:schemeClr val="lt2"/>
          </a:solidFill>
          <a:ln w="0">
            <a:noFill/>
          </a:ln>
        </p:spPr>
        <p:style>
          <a:lnRef idx="0"/>
          <a:fillRef idx="0"/>
          <a:effectRef idx="0"/>
          <a:fontRef idx="minor"/>
        </p:style>
      </p:sp>
      <p:sp>
        <p:nvSpPr>
          <p:cNvPr id="97" name="PlaceHolder 1"/>
          <p:cNvSpPr>
            <a:spLocks noGrp="1"/>
          </p:cNvSpPr>
          <p:nvPr>
            <p:ph type="title"/>
          </p:nvPr>
        </p:nvSpPr>
        <p:spPr>
          <a:xfrm>
            <a:off x="609120" y="273600"/>
            <a:ext cx="10969200" cy="114444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98" name="PlaceHolder 2"/>
          <p:cNvSpPr>
            <a:spLocks noGrp="1"/>
          </p:cNvSpPr>
          <p:nvPr>
            <p:ph type="body"/>
          </p:nvPr>
        </p:nvSpPr>
        <p:spPr>
          <a:xfrm>
            <a:off x="609120" y="1604520"/>
            <a:ext cx="1096920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
        <p:nvSpPr>
          <p:cNvPr id="99" name="PlaceHolder 3"/>
          <p:cNvSpPr>
            <a:spLocks noGrp="1"/>
          </p:cNvSpPr>
          <p:nvPr>
            <p:ph type="sldNum" idx="7"/>
          </p:nvPr>
        </p:nvSpPr>
        <p:spPr>
          <a:xfrm>
            <a:off x="11293560" y="6217560"/>
            <a:ext cx="730800" cy="524160"/>
          </a:xfrm>
          <a:prstGeom prst="rect">
            <a:avLst/>
          </a:prstGeom>
          <a:noFill/>
          <a:ln w="0">
            <a:noFill/>
          </a:ln>
        </p:spPr>
        <p:txBody>
          <a:bodyPr lIns="90000" rIns="90000" tIns="91440" bIns="91440" anchor="ctr">
            <a:noAutofit/>
          </a:bodyPr>
          <a:lstStyle>
            <a:lvl1pPr algn="r">
              <a:lnSpc>
                <a:spcPct val="100000"/>
              </a:lnSpc>
              <a:buNone/>
              <a:tabLst>
                <a:tab algn="l" pos="0"/>
              </a:tabLst>
              <a:defRPr b="0" lang="ru" sz="1340" spc="-1" strike="noStrike">
                <a:solidFill>
                  <a:srgbClr val="000000"/>
                </a:solidFill>
                <a:latin typeface="Old Standard TT"/>
                <a:ea typeface="Old Standard TT"/>
              </a:defRPr>
            </a:lvl1pPr>
          </a:lstStyle>
          <a:p>
            <a:pPr algn="r">
              <a:lnSpc>
                <a:spcPct val="100000"/>
              </a:lnSpc>
              <a:buNone/>
              <a:tabLst>
                <a:tab algn="l" pos="0"/>
              </a:tabLst>
            </a:pPr>
            <a:fld id="{A900054B-E4C6-4AAD-B4A9-1D7FBE1F3C1E}" type="slidenum">
              <a:rPr b="0" lang="ru" sz="1340" spc="-1" strike="noStrike">
                <a:solidFill>
                  <a:srgbClr val="000000"/>
                </a:solidFill>
                <a:latin typeface="Old Standard TT"/>
                <a:ea typeface="Old Standard TT"/>
              </a:rPr>
              <a:t>&lt;number&gt;</a:t>
            </a:fld>
            <a:endParaRPr b="0" lang="en-US" sz="134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jpeg"/><Relationship Id="rId3" Type="http://schemas.openxmlformats.org/officeDocument/2006/relationships/image" Target="../media/image11.png"/><Relationship Id="rId4"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1096920" y="758880"/>
            <a:ext cx="10055160" cy="2525400"/>
          </a:xfrm>
          <a:prstGeom prst="rect">
            <a:avLst/>
          </a:prstGeom>
          <a:noFill/>
          <a:ln w="0">
            <a:noFill/>
          </a:ln>
        </p:spPr>
        <p:txBody>
          <a:bodyPr lIns="0" rIns="0" tIns="0" bIns="0" anchor="b">
            <a:noAutofit/>
          </a:bodyPr>
          <a:p>
            <a:pPr algn="ctr">
              <a:lnSpc>
                <a:spcPct val="85000"/>
              </a:lnSpc>
              <a:buNone/>
            </a:pPr>
            <a:r>
              <a:rPr b="0" lang="ru-RU" sz="5400" spc="-52" strike="noStrike">
                <a:solidFill>
                  <a:srgbClr val="262626"/>
                </a:solidFill>
                <a:latin typeface="Segoe UI"/>
              </a:rPr>
              <a:t>Основы глубокого обучения</a:t>
            </a:r>
            <a:endParaRPr b="0" lang="en-US" sz="5400" spc="-1" strike="noStrike">
              <a:latin typeface="Arial"/>
            </a:endParaRPr>
          </a:p>
        </p:txBody>
      </p:sp>
      <p:sp>
        <p:nvSpPr>
          <p:cNvPr id="143" name="PlaceHolder 2"/>
          <p:cNvSpPr>
            <a:spLocks noGrp="1"/>
          </p:cNvSpPr>
          <p:nvPr>
            <p:ph type="subTitle"/>
          </p:nvPr>
        </p:nvSpPr>
        <p:spPr>
          <a:xfrm>
            <a:off x="1066680" y="4437000"/>
            <a:ext cx="10055160" cy="1142280"/>
          </a:xfrm>
          <a:prstGeom prst="rect">
            <a:avLst/>
          </a:prstGeom>
          <a:noFill/>
          <a:ln w="0">
            <a:noFill/>
          </a:ln>
        </p:spPr>
        <p:txBody>
          <a:bodyPr lIns="0" rIns="0" tIns="0" bIns="0" anchor="t">
            <a:noAutofit/>
          </a:bodyPr>
          <a:p>
            <a:pPr>
              <a:lnSpc>
                <a:spcPct val="90000"/>
              </a:lnSpc>
              <a:spcBef>
                <a:spcPts val="1199"/>
              </a:spcBef>
              <a:spcAft>
                <a:spcPts val="201"/>
              </a:spcAft>
              <a:buNone/>
              <a:tabLst>
                <a:tab algn="l" pos="0"/>
              </a:tabLst>
            </a:pPr>
            <a:r>
              <a:rPr b="0" lang="ru-RU" sz="2400" spc="197" strike="noStrike" cap="all">
                <a:solidFill>
                  <a:srgbClr val="000000"/>
                </a:solidFill>
                <a:latin typeface="Segoe UI"/>
              </a:rPr>
              <a:t>Часть 1</a:t>
            </a: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TextBox 1"/>
          <p:cNvSpPr/>
          <p:nvPr/>
        </p:nvSpPr>
        <p:spPr>
          <a:xfrm>
            <a:off x="765720" y="95400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Основные элементы</a:t>
            </a:r>
            <a:endParaRPr b="0" lang="en-US" sz="3600" spc="-1" strike="noStrike">
              <a:latin typeface="Arial"/>
            </a:endParaRPr>
          </a:p>
        </p:txBody>
      </p:sp>
      <p:sp>
        <p:nvSpPr>
          <p:cNvPr id="145" name="Прямоугольник 3"/>
          <p:cNvSpPr/>
          <p:nvPr/>
        </p:nvSpPr>
        <p:spPr>
          <a:xfrm>
            <a:off x="1630080" y="2493000"/>
            <a:ext cx="9360360" cy="2526840"/>
          </a:xfrm>
          <a:prstGeom prst="rect">
            <a:avLst/>
          </a:prstGeom>
          <a:noFill/>
          <a:ln w="0">
            <a:noFill/>
          </a:ln>
        </p:spPr>
        <p:style>
          <a:lnRef idx="0"/>
          <a:fillRef idx="0"/>
          <a:effectRef idx="0"/>
          <a:fontRef idx="minor"/>
        </p:style>
        <p:txBody>
          <a:bodyPr lIns="90000" rIns="90000" tIns="45000" bIns="45000" anchor="t">
            <a:spAutoFit/>
          </a:bodyPr>
          <a:p>
            <a:pPr marL="457200" indent="-457200">
              <a:lnSpc>
                <a:spcPct val="100000"/>
              </a:lnSpc>
              <a:buClr>
                <a:srgbClr val="000000"/>
              </a:buClr>
              <a:buFont typeface="StarSymbol"/>
              <a:buAutoNum type="arabicPeriod"/>
            </a:pPr>
            <a:r>
              <a:rPr b="0" lang="ru-RU" sz="3200" spc="-1" strike="noStrike">
                <a:solidFill>
                  <a:srgbClr val="000000"/>
                </a:solidFill>
                <a:latin typeface="Calibri"/>
                <a:ea typeface="DejaVu Sans"/>
              </a:rPr>
              <a:t>Тензоры и представление данных в памяти</a:t>
            </a:r>
            <a:endParaRPr b="0" lang="en-US" sz="3200" spc="-1" strike="noStrike">
              <a:latin typeface="Arial"/>
            </a:endParaRPr>
          </a:p>
          <a:p>
            <a:pPr marL="457200" indent="-457200">
              <a:lnSpc>
                <a:spcPct val="100000"/>
              </a:lnSpc>
              <a:buClr>
                <a:srgbClr val="000000"/>
              </a:buClr>
              <a:buFont typeface="StarSymbol"/>
              <a:buAutoNum type="arabicPeriod"/>
            </a:pPr>
            <a:r>
              <a:rPr b="0" lang="ru-RU" sz="3200" spc="-1" strike="noStrike">
                <a:solidFill>
                  <a:srgbClr val="000000"/>
                </a:solidFill>
                <a:latin typeface="Calibri"/>
                <a:ea typeface="DejaVu Sans"/>
              </a:rPr>
              <a:t>Вычислительные операции</a:t>
            </a:r>
            <a:endParaRPr b="0" lang="en-US" sz="3200" spc="-1" strike="noStrike">
              <a:latin typeface="Arial"/>
            </a:endParaRPr>
          </a:p>
          <a:p>
            <a:pPr marL="457200" indent="-457200">
              <a:lnSpc>
                <a:spcPct val="100000"/>
              </a:lnSpc>
              <a:buClr>
                <a:srgbClr val="000000"/>
              </a:buClr>
              <a:buFont typeface="StarSymbol"/>
              <a:buAutoNum type="arabicPeriod"/>
            </a:pPr>
            <a:r>
              <a:rPr b="0" lang="ru-RU" sz="3200" spc="-1" strike="noStrike">
                <a:solidFill>
                  <a:srgbClr val="000000"/>
                </a:solidFill>
                <a:latin typeface="Calibri"/>
                <a:ea typeface="DejaVu Sans"/>
              </a:rPr>
              <a:t>Вычислительные графы</a:t>
            </a:r>
            <a:endParaRPr b="0" lang="en-US" sz="3200" spc="-1" strike="noStrike">
              <a:latin typeface="Arial"/>
            </a:endParaRPr>
          </a:p>
          <a:p>
            <a:pPr marL="457200" indent="-457200">
              <a:lnSpc>
                <a:spcPct val="100000"/>
              </a:lnSpc>
              <a:buClr>
                <a:srgbClr val="000000"/>
              </a:buClr>
              <a:buFont typeface="StarSymbol"/>
              <a:buAutoNum type="arabicPeriod"/>
            </a:pPr>
            <a:r>
              <a:rPr b="0" lang="ru-RU" sz="3200" spc="-1" strike="noStrike">
                <a:solidFill>
                  <a:srgbClr val="000000"/>
                </a:solidFill>
                <a:latin typeface="Calibri"/>
                <a:ea typeface="DejaVu Sans"/>
              </a:rPr>
              <a:t>Нейронная сеть</a:t>
            </a:r>
            <a:endParaRPr b="0" lang="en-US" sz="32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TextBox 1"/>
          <p:cNvSpPr/>
          <p:nvPr/>
        </p:nvSpPr>
        <p:spPr>
          <a:xfrm>
            <a:off x="117720" y="7560"/>
            <a:ext cx="121881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3600" spc="-1" strike="noStrike">
                <a:solidFill>
                  <a:srgbClr val="000000"/>
                </a:solidFill>
                <a:latin typeface="Calibri"/>
                <a:ea typeface="DejaVu Sans"/>
              </a:rPr>
              <a:t>Тензоры и представление данных в памяти</a:t>
            </a:r>
            <a:endParaRPr b="0" lang="en-US" sz="3600" spc="-1" strike="noStrike">
              <a:latin typeface="Arial"/>
            </a:endParaRPr>
          </a:p>
        </p:txBody>
      </p:sp>
      <p:sp>
        <p:nvSpPr>
          <p:cNvPr id="147" name="Rectangle 2"/>
          <p:cNvSpPr/>
          <p:nvPr/>
        </p:nvSpPr>
        <p:spPr>
          <a:xfrm>
            <a:off x="100440" y="692640"/>
            <a:ext cx="11034000" cy="3045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3200" spc="-1" strike="noStrike">
                <a:solidFill>
                  <a:srgbClr val="121212"/>
                </a:solidFill>
                <a:latin typeface="-apple-system"/>
                <a:ea typeface="DejaVu Sans"/>
              </a:rPr>
              <a:t>Тензор </a:t>
            </a:r>
            <a:endParaRPr b="0" lang="en-US" sz="3200" spc="-1" strike="noStrike">
              <a:latin typeface="Arial"/>
            </a:endParaRPr>
          </a:p>
          <a:p>
            <a:pPr>
              <a:lnSpc>
                <a:spcPct val="100000"/>
              </a:lnSpc>
              <a:buNone/>
            </a:pPr>
            <a:r>
              <a:rPr b="0" lang="ru-RU" sz="1800" spc="-1" strike="noStrike">
                <a:solidFill>
                  <a:srgbClr val="121212"/>
                </a:solidFill>
                <a:latin typeface="-apple-system"/>
                <a:ea typeface="DejaVu Sans"/>
              </a:rPr>
              <a:t>В математике тензор это алгебраический объект который описывает линейное преобразование одного набора алгебраических объектов в другой. Объектами которые тензоры могут преобразовывать между собой могут быть скаляры, векторы и другие тензоры. В любом фреймворке глубокого обучения тензоры являются единственным примитивом для хранения информации и основной структурой данных. Тензор является много мерным массивом </a:t>
            </a:r>
            <a:r>
              <a:rPr b="0" lang="en-US" sz="1800" spc="-1" strike="noStrike">
                <a:solidFill>
                  <a:srgbClr val="121212"/>
                </a:solidFill>
                <a:latin typeface="-apple-system"/>
                <a:ea typeface="DejaVu Sans"/>
              </a:rPr>
              <a:t>nd-array </a:t>
            </a:r>
            <a:r>
              <a:rPr b="0" lang="ru-RU" sz="1800" spc="-1" strike="noStrike">
                <a:solidFill>
                  <a:srgbClr val="121212"/>
                </a:solidFill>
                <a:latin typeface="-apple-system"/>
                <a:ea typeface="DejaVu Sans"/>
              </a:rPr>
              <a:t>заполненный базовыми типами данных </a:t>
            </a:r>
            <a:r>
              <a:rPr b="0" lang="en-US" sz="1800" spc="-1" strike="noStrike">
                <a:solidFill>
                  <a:srgbClr val="121212"/>
                </a:solidFill>
                <a:latin typeface="-apple-system"/>
                <a:ea typeface="DejaVu Sans"/>
              </a:rPr>
              <a:t>float, int</a:t>
            </a:r>
            <a:r>
              <a:rPr b="0" lang="ru-RU" sz="1800" spc="-1" strike="noStrike">
                <a:solidFill>
                  <a:srgbClr val="121212"/>
                </a:solidFill>
                <a:latin typeface="-apple-system"/>
                <a:ea typeface="DejaVu Sans"/>
              </a:rPr>
              <a:t> и др. Мы можем представлять тензор как структуру содержащую какие-то данные и какие-то метаданные, описывающие его размер, тип элементов которые он содержит, на каком устройстве хранятся данные которые он содержит (</a:t>
            </a:r>
            <a:r>
              <a:rPr b="0" lang="en-US" sz="1800" spc="-1" strike="noStrike">
                <a:solidFill>
                  <a:srgbClr val="121212"/>
                </a:solidFill>
                <a:latin typeface="-apple-system"/>
                <a:ea typeface="DejaVu Sans"/>
              </a:rPr>
              <a:t>CPU, GPU</a:t>
            </a:r>
            <a:r>
              <a:rPr b="0" lang="ru-RU" sz="1800" spc="-1" strike="noStrike">
                <a:solidFill>
                  <a:srgbClr val="121212"/>
                </a:solidFill>
                <a:latin typeface="-apple-system"/>
                <a:ea typeface="DejaVu Sans"/>
              </a:rPr>
              <a:t>)</a:t>
            </a:r>
            <a:r>
              <a:rPr b="0" lang="en-US" sz="1800" spc="-1" strike="noStrike">
                <a:solidFill>
                  <a:srgbClr val="121212"/>
                </a:solidFill>
                <a:latin typeface="-apple-system"/>
                <a:ea typeface="DejaVu Sans"/>
              </a:rPr>
              <a:t>.</a:t>
            </a:r>
            <a:endParaRPr b="0" lang="en-US" sz="1800" spc="-1" strike="noStrike">
              <a:latin typeface="Arial"/>
            </a:endParaRPr>
          </a:p>
        </p:txBody>
      </p:sp>
      <p:pic>
        <p:nvPicPr>
          <p:cNvPr id="148" name="Picture 5" descr=""/>
          <p:cNvPicPr/>
          <p:nvPr/>
        </p:nvPicPr>
        <p:blipFill>
          <a:blip r:embed="rId1"/>
          <a:stretch/>
        </p:blipFill>
        <p:spPr>
          <a:xfrm>
            <a:off x="549720" y="4226400"/>
            <a:ext cx="808920" cy="15328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Rectangle 1"/>
          <p:cNvSpPr/>
          <p:nvPr/>
        </p:nvSpPr>
        <p:spPr>
          <a:xfrm>
            <a:off x="405720" y="762840"/>
            <a:ext cx="10584360" cy="4753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121212"/>
                </a:solidFill>
                <a:latin typeface="-apple-system"/>
                <a:ea typeface="DejaVu Sans"/>
              </a:rPr>
              <a:t>Метаданные отражающие сопутствующую о тензоре информацию хранятся в специальной структуре.</a:t>
            </a:r>
            <a:endParaRPr b="0" lang="en-US" sz="1800" spc="-1" strike="noStrike">
              <a:latin typeface="Arial"/>
            </a:endParaRPr>
          </a:p>
          <a:p>
            <a:pPr>
              <a:lnSpc>
                <a:spcPct val="100000"/>
              </a:lnSpc>
              <a:buNone/>
            </a:pPr>
            <a:r>
              <a:rPr b="0" lang="ru-RU" sz="1800" spc="-1" strike="noStrike">
                <a:solidFill>
                  <a:srgbClr val="121212"/>
                </a:solidFill>
                <a:latin typeface="-apple-system"/>
                <a:ea typeface="DejaVu Sans"/>
              </a:rPr>
              <a:t>В отношении содержащихся данных все тензоры находящиеся на </a:t>
            </a:r>
            <a:r>
              <a:rPr b="0" lang="en-US" sz="1800" spc="-1" strike="noStrike">
                <a:solidFill>
                  <a:srgbClr val="121212"/>
                </a:solidFill>
                <a:latin typeface="-apple-system"/>
                <a:ea typeface="DejaVu Sans"/>
              </a:rPr>
              <a:t>CPU </a:t>
            </a:r>
            <a:r>
              <a:rPr b="0" lang="ru-RU" sz="1800" spc="-1" strike="noStrike">
                <a:solidFill>
                  <a:srgbClr val="121212"/>
                </a:solidFill>
                <a:latin typeface="-apple-system"/>
                <a:ea typeface="DejaVu Sans"/>
              </a:rPr>
              <a:t>фактически содержат в себе указатель на структуру данных в памяти. </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121212"/>
                </a:solidFill>
                <a:latin typeface="-apple-system"/>
                <a:ea typeface="DejaVu Sans"/>
              </a:rPr>
              <a:t>struct Storage </a:t>
            </a:r>
            <a:endParaRPr b="0" lang="en-US" sz="1800" spc="-1" strike="noStrike">
              <a:latin typeface="Arial"/>
            </a:endParaRPr>
          </a:p>
          <a:p>
            <a:pPr>
              <a:lnSpc>
                <a:spcPct val="100000"/>
              </a:lnSpc>
              <a:buNone/>
            </a:pPr>
            <a:r>
              <a:rPr b="0" lang="en-US" sz="1800" spc="-1" strike="noStrike">
                <a:solidFill>
                  <a:srgbClr val="121212"/>
                </a:solidFill>
                <a:latin typeface="-apple-system"/>
                <a:ea typeface="DejaVu Sans"/>
              </a:rPr>
              <a:t>{</a:t>
            </a:r>
            <a:endParaRPr b="0" lang="en-US" sz="1800" spc="-1" strike="noStrike">
              <a:latin typeface="Arial"/>
            </a:endParaRPr>
          </a:p>
          <a:p>
            <a:pPr>
              <a:lnSpc>
                <a:spcPct val="100000"/>
              </a:lnSpc>
              <a:buNone/>
            </a:pPr>
            <a:r>
              <a:rPr b="0" lang="en-US" sz="1800" spc="-1" strike="noStrike">
                <a:solidFill>
                  <a:srgbClr val="121212"/>
                </a:solidFill>
                <a:latin typeface="-apple-system"/>
                <a:ea typeface="DejaVu Sans"/>
              </a:rPr>
              <a:t> </a:t>
            </a:r>
            <a:r>
              <a:rPr b="0" lang="en-US" sz="1800" spc="-1" strike="noStrike">
                <a:solidFill>
                  <a:srgbClr val="121212"/>
                </a:solidFill>
                <a:latin typeface="-apple-system"/>
                <a:ea typeface="DejaVu Sans"/>
              </a:rPr>
              <a:t>float *data; </a:t>
            </a:r>
            <a:endParaRPr b="0" lang="en-US" sz="1800" spc="-1" strike="noStrike">
              <a:latin typeface="Arial"/>
            </a:endParaRPr>
          </a:p>
          <a:p>
            <a:pPr>
              <a:lnSpc>
                <a:spcPct val="100000"/>
              </a:lnSpc>
              <a:buNone/>
            </a:pPr>
            <a:r>
              <a:rPr b="0" lang="en-US" sz="1800" spc="-1" strike="noStrike">
                <a:solidFill>
                  <a:srgbClr val="121212"/>
                </a:solidFill>
                <a:latin typeface="-apple-system"/>
                <a:ea typeface="DejaVu Sans"/>
              </a:rPr>
              <a:t> </a:t>
            </a:r>
            <a:r>
              <a:rPr b="0" lang="en-US" sz="1800" spc="-1" strike="noStrike">
                <a:solidFill>
                  <a:srgbClr val="121212"/>
                </a:solidFill>
                <a:latin typeface="-apple-system"/>
                <a:ea typeface="DejaVu Sans"/>
              </a:rPr>
              <a:t>size_t size; </a:t>
            </a:r>
            <a:endParaRPr b="0" lang="en-US" sz="1800" spc="-1" strike="noStrike">
              <a:latin typeface="Arial"/>
            </a:endParaRPr>
          </a:p>
          <a:p>
            <a:pPr>
              <a:lnSpc>
                <a:spcPct val="100000"/>
              </a:lnSpc>
              <a:buNone/>
            </a:pPr>
            <a:r>
              <a:rPr b="0" lang="en-US" sz="1800" spc="-1" strike="noStrike">
                <a:solidFill>
                  <a:srgbClr val="121212"/>
                </a:solidFill>
                <a:latin typeface="-apple-system"/>
                <a:ea typeface="DejaVu Sans"/>
              </a:rPr>
              <a:t> </a:t>
            </a:r>
            <a:r>
              <a:rPr b="0" lang="en-US" sz="1800" spc="-1" strike="noStrike">
                <a:solidFill>
                  <a:srgbClr val="121212"/>
                </a:solidFill>
                <a:latin typeface="-apple-system"/>
                <a:ea typeface="DejaVu Sans"/>
              </a:rPr>
              <a:t>int refcount; </a:t>
            </a:r>
            <a:endParaRPr b="0" lang="en-US" sz="1800" spc="-1" strike="noStrike">
              <a:latin typeface="Arial"/>
            </a:endParaRPr>
          </a:p>
          <a:p>
            <a:pPr>
              <a:lnSpc>
                <a:spcPct val="100000"/>
              </a:lnSpc>
              <a:buNone/>
            </a:pPr>
            <a:r>
              <a:rPr b="0" lang="en-US" sz="1800" spc="-1" strike="noStrike">
                <a:solidFill>
                  <a:srgbClr val="121212"/>
                </a:solidFill>
                <a:latin typeface="-apple-system"/>
                <a:ea typeface="DejaVu Sans"/>
              </a:rPr>
              <a:t> </a:t>
            </a:r>
            <a:r>
              <a:rPr b="0" lang="en-US" sz="1800" spc="-1" strike="noStrike">
                <a:solidFill>
                  <a:srgbClr val="121212"/>
                </a:solidFill>
                <a:latin typeface="-apple-system"/>
                <a:ea typeface="DejaVu Sans"/>
              </a:rPr>
              <a:t>Allocator *allocator; </a:t>
            </a:r>
            <a:endParaRPr b="0" lang="en-US" sz="1800" spc="-1" strike="noStrike">
              <a:latin typeface="Arial"/>
            </a:endParaRPr>
          </a:p>
          <a:p>
            <a:pPr>
              <a:lnSpc>
                <a:spcPct val="100000"/>
              </a:lnSpc>
              <a:buNone/>
            </a:pPr>
            <a:r>
              <a:rPr b="0" lang="en-US" sz="1800" spc="-1" strike="noStrike">
                <a:solidFill>
                  <a:srgbClr val="121212"/>
                </a:solidFill>
                <a:latin typeface="-apple-system"/>
                <a:ea typeface="DejaVu Sans"/>
              </a:rPr>
              <a:t>}</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1" lang="en-US" sz="1800" spc="-1" strike="noStrike">
                <a:solidFill>
                  <a:srgbClr val="121212"/>
                </a:solidFill>
                <a:latin typeface="-apple-system"/>
                <a:ea typeface="DejaVu Sans"/>
              </a:rPr>
              <a:t>data:</a:t>
            </a:r>
            <a:r>
              <a:rPr b="0" lang="en-US" sz="1800" spc="-1" strike="noStrike">
                <a:solidFill>
                  <a:srgbClr val="121212"/>
                </a:solidFill>
                <a:latin typeface="-apple-system"/>
                <a:ea typeface="DejaVu Sans"/>
              </a:rPr>
              <a:t> </a:t>
            </a:r>
            <a:r>
              <a:rPr b="0" lang="ru-RU" sz="1800" spc="-1" strike="noStrike">
                <a:solidFill>
                  <a:srgbClr val="121212"/>
                </a:solidFill>
                <a:latin typeface="-apple-system"/>
                <a:ea typeface="DejaVu Sans"/>
              </a:rPr>
              <a:t>указатель на область памяти, где хранятся данные</a:t>
            </a:r>
            <a:endParaRPr b="0" lang="en-US" sz="1800" spc="-1" strike="noStrike">
              <a:latin typeface="Arial"/>
            </a:endParaRPr>
          </a:p>
          <a:p>
            <a:pPr>
              <a:lnSpc>
                <a:spcPct val="100000"/>
              </a:lnSpc>
              <a:buNone/>
            </a:pPr>
            <a:r>
              <a:rPr b="1" lang="en-US" sz="1800" spc="-1" strike="noStrike">
                <a:solidFill>
                  <a:srgbClr val="121212"/>
                </a:solidFill>
                <a:latin typeface="-apple-system"/>
                <a:ea typeface="DejaVu Sans"/>
              </a:rPr>
              <a:t>refcount</a:t>
            </a:r>
            <a:r>
              <a:rPr b="0" lang="en-US" sz="1800" spc="-1" strike="noStrike">
                <a:solidFill>
                  <a:srgbClr val="121212"/>
                </a:solidFill>
                <a:latin typeface="-apple-system"/>
                <a:ea typeface="DejaVu Sans"/>
              </a:rPr>
              <a:t>: </a:t>
            </a:r>
            <a:r>
              <a:rPr b="0" lang="ru-RU" sz="1800" spc="-1" strike="noStrike">
                <a:solidFill>
                  <a:srgbClr val="121212"/>
                </a:solidFill>
                <a:latin typeface="-apple-system"/>
                <a:ea typeface="DejaVu Sans"/>
              </a:rPr>
              <a:t>Счетчик ссылок позволяет отслеживать количество участников разделяющих ответственность за жизненный цикл объекта</a:t>
            </a:r>
            <a:endParaRPr b="0" lang="en-US" sz="1800" spc="-1" strike="noStrike">
              <a:latin typeface="Arial"/>
            </a:endParaRPr>
          </a:p>
          <a:p>
            <a:pPr>
              <a:lnSpc>
                <a:spcPct val="100000"/>
              </a:lnSpc>
              <a:buNone/>
            </a:pPr>
            <a:endParaRPr b="0" lang="en-US" sz="1800" spc="-1" strike="noStrike">
              <a:latin typeface="Arial"/>
            </a:endParaRPr>
          </a:p>
        </p:txBody>
      </p:sp>
      <p:sp>
        <p:nvSpPr>
          <p:cNvPr id="150" name="TextBox 2"/>
          <p:cNvSpPr/>
          <p:nvPr/>
        </p:nvSpPr>
        <p:spPr>
          <a:xfrm>
            <a:off x="-309600" y="116640"/>
            <a:ext cx="6813720" cy="6382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ru-RU" sz="3600" spc="-1" strike="noStrike">
                <a:solidFill>
                  <a:srgbClr val="000000"/>
                </a:solidFill>
                <a:latin typeface="Calibri"/>
                <a:ea typeface="DejaVu Sans"/>
              </a:rPr>
              <a:t>Хранение данных в памяти</a:t>
            </a:r>
            <a:endParaRPr b="0" lang="en-US" sz="36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TextBox 1"/>
          <p:cNvSpPr/>
          <p:nvPr/>
        </p:nvSpPr>
        <p:spPr>
          <a:xfrm>
            <a:off x="477720" y="0"/>
            <a:ext cx="121881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3600" spc="-1" strike="noStrike">
                <a:solidFill>
                  <a:srgbClr val="000000"/>
                </a:solidFill>
                <a:latin typeface="Calibri"/>
                <a:ea typeface="DejaVu Sans"/>
              </a:rPr>
              <a:t>Хранение данных в памяти</a:t>
            </a:r>
            <a:endParaRPr b="0" lang="en-US" sz="3600" spc="-1" strike="noStrike">
              <a:latin typeface="Arial"/>
            </a:endParaRPr>
          </a:p>
        </p:txBody>
      </p:sp>
      <p:sp>
        <p:nvSpPr>
          <p:cNvPr id="152" name="TextBox 2"/>
          <p:cNvSpPr/>
          <p:nvPr/>
        </p:nvSpPr>
        <p:spPr>
          <a:xfrm>
            <a:off x="122040" y="908640"/>
            <a:ext cx="9021960" cy="2558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1800" spc="-1" strike="noStrike">
                <a:solidFill>
                  <a:srgbClr val="000000"/>
                </a:solidFill>
                <a:latin typeface="Calibri"/>
                <a:ea typeface="DejaVu Sans"/>
              </a:rPr>
              <a:t>struct Tensor</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long *size;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long *stride;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int nDimension; </a:t>
            </a:r>
            <a:r>
              <a:rPr b="0" lang="ru-RU" sz="1800" spc="-1" strike="noStrike">
                <a:solidFill>
                  <a:srgbClr val="000000"/>
                </a:solidFill>
                <a:latin typeface="Calibri"/>
                <a:ea typeface="DejaVu Sans"/>
              </a:rPr>
              <a:t>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Storage *storage; </a:t>
            </a: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 storage-&gt;size </a:t>
            </a:r>
            <a:r>
              <a:rPr b="0" lang="ru-RU" sz="1800" spc="-1" strike="noStrike">
                <a:solidFill>
                  <a:srgbClr val="000000"/>
                </a:solidFill>
                <a:latin typeface="Calibri"/>
                <a:ea typeface="DejaVu Sans"/>
              </a:rPr>
              <a:t>должен быть больше размера тензора</a:t>
            </a:r>
            <a:r>
              <a:rPr b="0" lang="en-US" sz="1800" spc="-1" strike="noStrike">
                <a:solidFill>
                  <a:srgbClr val="000000"/>
                </a:solidFill>
                <a:latin typeface="Calibri"/>
                <a:ea typeface="DejaVu Sans"/>
              </a:rPr>
              <a:t>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size_t storageOffset;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int refcount;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a:t>
            </a:r>
            <a:endParaRPr b="0" lang="en-US" sz="1800" spc="-1" strike="noStrike">
              <a:latin typeface="Arial"/>
            </a:endParaRPr>
          </a:p>
        </p:txBody>
      </p:sp>
      <p:sp>
        <p:nvSpPr>
          <p:cNvPr id="153" name="TextBox 3"/>
          <p:cNvSpPr/>
          <p:nvPr/>
        </p:nvSpPr>
        <p:spPr>
          <a:xfrm>
            <a:off x="-29160" y="3835080"/>
            <a:ext cx="6357960" cy="1735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800" spc="-1" strike="noStrike">
                <a:solidFill>
                  <a:srgbClr val="000000"/>
                </a:solidFill>
                <a:latin typeface="Calibri"/>
                <a:ea typeface="DejaVu Sans"/>
              </a:rPr>
              <a:t>nDimension</a:t>
            </a: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количество размерностей</a:t>
            </a:r>
            <a:endParaRPr b="0" lang="en-US" sz="1800" spc="-1" strike="noStrike">
              <a:latin typeface="Arial"/>
            </a:endParaRPr>
          </a:p>
          <a:p>
            <a:pPr>
              <a:lnSpc>
                <a:spcPct val="100000"/>
              </a:lnSpc>
              <a:buNone/>
            </a:pPr>
            <a:r>
              <a:rPr b="1" lang="en-US" sz="1800" spc="-1" strike="noStrike">
                <a:solidFill>
                  <a:srgbClr val="000000"/>
                </a:solidFill>
                <a:latin typeface="Calibri"/>
                <a:ea typeface="DejaVu Sans"/>
              </a:rPr>
              <a:t>size</a:t>
            </a:r>
            <a:r>
              <a:rPr b="0" lang="en-US" sz="1800" spc="-1" strike="noStrike">
                <a:solidFill>
                  <a:srgbClr val="000000"/>
                </a:solidFill>
                <a:latin typeface="Calibri"/>
                <a:ea typeface="DejaVu Sans"/>
              </a:rPr>
              <a:t>:</a:t>
            </a:r>
            <a:r>
              <a:rPr b="0" lang="ru-RU" sz="1800" spc="-1" strike="noStrike">
                <a:solidFill>
                  <a:srgbClr val="000000"/>
                </a:solidFill>
                <a:latin typeface="Calibri"/>
                <a:ea typeface="DejaVu Sans"/>
              </a:rPr>
              <a:t> размер тензора, количество его элементов</a:t>
            </a:r>
            <a:endParaRPr b="0" lang="en-US" sz="1800" spc="-1" strike="noStrike">
              <a:latin typeface="Arial"/>
            </a:endParaRPr>
          </a:p>
          <a:p>
            <a:pPr>
              <a:lnSpc>
                <a:spcPct val="100000"/>
              </a:lnSpc>
              <a:buNone/>
            </a:pPr>
            <a:r>
              <a:rPr b="1" lang="en-US" sz="1800" spc="-1" strike="noStrike">
                <a:solidFill>
                  <a:srgbClr val="000000"/>
                </a:solidFill>
                <a:latin typeface="Calibri"/>
                <a:ea typeface="DejaVu Sans"/>
              </a:rPr>
              <a:t>refcount</a:t>
            </a: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сетчик ссылок</a:t>
            </a:r>
            <a:endParaRPr b="0" lang="en-US" sz="1800" spc="-1" strike="noStrike">
              <a:latin typeface="Arial"/>
            </a:endParaRPr>
          </a:p>
          <a:p>
            <a:pPr>
              <a:lnSpc>
                <a:spcPct val="100000"/>
              </a:lnSpc>
              <a:buNone/>
            </a:pPr>
            <a:r>
              <a:rPr b="1" lang="en-US" sz="1800" spc="-1" strike="noStrike">
                <a:solidFill>
                  <a:srgbClr val="000000"/>
                </a:solidFill>
                <a:latin typeface="Calibri"/>
                <a:ea typeface="DejaVu Sans"/>
              </a:rPr>
              <a:t>storage</a:t>
            </a: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Указатель на структуру данных в памяти</a:t>
            </a:r>
            <a:endParaRPr b="0" lang="en-US" sz="1800" spc="-1" strike="noStrike">
              <a:latin typeface="Arial"/>
            </a:endParaRPr>
          </a:p>
          <a:p>
            <a:pPr>
              <a:lnSpc>
                <a:spcPct val="100000"/>
              </a:lnSpc>
              <a:buNone/>
            </a:pPr>
            <a:r>
              <a:rPr b="1" lang="en-US" sz="1800" spc="-1" strike="noStrike">
                <a:solidFill>
                  <a:srgbClr val="000000"/>
                </a:solidFill>
                <a:latin typeface="Calibri"/>
                <a:ea typeface="DejaVu Sans"/>
              </a:rPr>
              <a:t>stride</a:t>
            </a: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отступ (размер каждой размерности)</a:t>
            </a:r>
            <a:endParaRPr b="0" lang="en-US" sz="18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TextBox 1"/>
          <p:cNvSpPr/>
          <p:nvPr/>
        </p:nvSpPr>
        <p:spPr>
          <a:xfrm>
            <a:off x="477720" y="190440"/>
            <a:ext cx="1218816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3600" spc="-1" strike="noStrike">
                <a:solidFill>
                  <a:srgbClr val="000000"/>
                </a:solidFill>
                <a:latin typeface="Calibri"/>
                <a:ea typeface="DejaVu Sans"/>
              </a:rPr>
              <a:t>Хранение данных в памяти</a:t>
            </a:r>
            <a:endParaRPr b="0" lang="en-US" sz="3600" spc="-1" strike="noStrike">
              <a:latin typeface="Arial"/>
            </a:endParaRPr>
          </a:p>
        </p:txBody>
      </p:sp>
      <p:sp>
        <p:nvSpPr>
          <p:cNvPr id="155" name="TextBox 2"/>
          <p:cNvSpPr/>
          <p:nvPr/>
        </p:nvSpPr>
        <p:spPr>
          <a:xfrm>
            <a:off x="477720" y="882720"/>
            <a:ext cx="1072836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Тензор это математическая концепция, но для хорошего понимания как они устроены в рамках фреймворков глубокого обучения необходимо понять как они хранятся в памяти запоминающих устройств. Самое распространенное представление данных тензора это последовательно расположенные в памяти все его элементы. Элементы записываются в память последовательно по рядам, как на примере ниже.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По мимо элементов которые содержит в себе тензор в памяти хранятся некоторые метаданные, с дополнительной информацией о свойствах тензора. </a:t>
            </a:r>
            <a:endParaRPr b="0" lang="en-US" sz="1800" spc="-1" strike="noStrike">
              <a:latin typeface="Arial"/>
            </a:endParaRPr>
          </a:p>
        </p:txBody>
      </p:sp>
      <p:pic>
        <p:nvPicPr>
          <p:cNvPr id="156" name="Picture 2" descr="https://pic4.zhimg.com/80/v2-f46e88d714721f84a0465667fca68783_720w.jpg"/>
          <p:cNvPicPr/>
          <p:nvPr/>
        </p:nvPicPr>
        <p:blipFill>
          <a:blip r:embed="rId1"/>
          <a:stretch/>
        </p:blipFill>
        <p:spPr>
          <a:xfrm>
            <a:off x="3429000" y="3199320"/>
            <a:ext cx="7567920" cy="3037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TextBox 1"/>
          <p:cNvSpPr/>
          <p:nvPr/>
        </p:nvSpPr>
        <p:spPr>
          <a:xfrm>
            <a:off x="-16560" y="756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Отступы</a:t>
            </a:r>
            <a:endParaRPr b="0" lang="en-US" sz="3600" spc="-1" strike="noStrike">
              <a:latin typeface="Arial"/>
            </a:endParaRPr>
          </a:p>
        </p:txBody>
      </p:sp>
      <p:pic>
        <p:nvPicPr>
          <p:cNvPr id="158" name="Picture 2" descr="http://blog.ezyang.com/img/pytorch-internals/slide-07.png"/>
          <p:cNvPicPr/>
          <p:nvPr/>
        </p:nvPicPr>
        <p:blipFill>
          <a:blip r:embed="rId1"/>
          <a:stretch/>
        </p:blipFill>
        <p:spPr>
          <a:xfrm>
            <a:off x="2079720" y="620640"/>
            <a:ext cx="7542360" cy="56566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TextBox 1"/>
          <p:cNvSpPr/>
          <p:nvPr/>
        </p:nvSpPr>
        <p:spPr>
          <a:xfrm>
            <a:off x="-16560" y="756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Отступы</a:t>
            </a:r>
            <a:endParaRPr b="0" lang="en-US" sz="3600" spc="-1" strike="noStrike">
              <a:latin typeface="Arial"/>
            </a:endParaRPr>
          </a:p>
        </p:txBody>
      </p:sp>
      <p:sp>
        <p:nvSpPr>
          <p:cNvPr id="160" name="TextBox 2"/>
          <p:cNvSpPr/>
          <p:nvPr/>
        </p:nvSpPr>
        <p:spPr>
          <a:xfrm>
            <a:off x="1558080" y="1484640"/>
            <a:ext cx="183960" cy="368640"/>
          </a:xfrm>
          <a:prstGeom prst="rect">
            <a:avLst/>
          </a:prstGeom>
          <a:noFill/>
          <a:ln w="0">
            <a:noFill/>
          </a:ln>
        </p:spPr>
        <p:style>
          <a:lnRef idx="0"/>
          <a:fillRef idx="0"/>
          <a:effectRef idx="0"/>
          <a:fontRef idx="minor"/>
        </p:style>
      </p:sp>
      <p:sp>
        <p:nvSpPr>
          <p:cNvPr id="161" name="TextBox 3"/>
          <p:cNvSpPr/>
          <p:nvPr/>
        </p:nvSpPr>
        <p:spPr>
          <a:xfrm>
            <a:off x="765720" y="908640"/>
            <a:ext cx="928836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Предположим необходимо получить  доступ к элементу в позиции </a:t>
            </a:r>
            <a:r>
              <a:rPr b="0" lang="en-US" sz="1800" spc="-1" strike="noStrike">
                <a:solidFill>
                  <a:srgbClr val="000000"/>
                </a:solidFill>
                <a:latin typeface="Calibri"/>
                <a:ea typeface="DejaVu Sans"/>
              </a:rPr>
              <a:t>Tensor[0,1] </a:t>
            </a:r>
            <a:r>
              <a:rPr b="0" lang="ru-RU" sz="1800" spc="-1" strike="noStrike">
                <a:solidFill>
                  <a:srgbClr val="000000"/>
                </a:solidFill>
                <a:latin typeface="Calibri"/>
                <a:ea typeface="DejaVu Sans"/>
              </a:rPr>
              <a:t>в логическом представлении. Как перевести положении в логическом представлении в положение в физической памяти. Отступы позволяют нам понят как это сделать. Чтобы найти положение элемента в памяти необходимо умножить каждый индекс на соответствующий отступ для этой размерности и суммировать их все. На примере ниже первая размерность окрашена синим, вторая красным.   </a:t>
            </a:r>
            <a:endParaRPr b="0" lang="en-US" sz="18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TextBox 1"/>
          <p:cNvSpPr/>
          <p:nvPr/>
        </p:nvSpPr>
        <p:spPr>
          <a:xfrm>
            <a:off x="-16560" y="756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Отступы</a:t>
            </a:r>
            <a:endParaRPr b="0" lang="en-US" sz="3600" spc="-1" strike="noStrike">
              <a:latin typeface="Arial"/>
            </a:endParaRPr>
          </a:p>
        </p:txBody>
      </p:sp>
      <p:pic>
        <p:nvPicPr>
          <p:cNvPr id="163" name="Picture 2" descr="http://blog.ezyang.com/img/pytorch-internals/slide-08.png"/>
          <p:cNvPicPr/>
          <p:nvPr/>
        </p:nvPicPr>
        <p:blipFill>
          <a:blip r:embed="rId1"/>
          <a:stretch/>
        </p:blipFill>
        <p:spPr>
          <a:xfrm>
            <a:off x="2062080" y="638640"/>
            <a:ext cx="7560000" cy="56700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TextBox 1"/>
          <p:cNvSpPr/>
          <p:nvPr/>
        </p:nvSpPr>
        <p:spPr>
          <a:xfrm>
            <a:off x="-21600" y="3744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Тензоры</a:t>
            </a:r>
            <a:endParaRPr b="0" lang="en-US" sz="3600" spc="-1" strike="noStrike">
              <a:latin typeface="Arial"/>
            </a:endParaRPr>
          </a:p>
        </p:txBody>
      </p:sp>
      <p:sp>
        <p:nvSpPr>
          <p:cNvPr id="165" name="TextBox 2"/>
          <p:cNvSpPr/>
          <p:nvPr/>
        </p:nvSpPr>
        <p:spPr>
          <a:xfrm>
            <a:off x="220680" y="1148400"/>
            <a:ext cx="5441040" cy="4753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Тензоры в различных фреймворках глубокого обучения могут быть реализованы различным образом в разных структурах данных, располагаться в памяти на устройстве в соответствии с различной логикой. Тем не менее существует несколько общих параметров которые остаются едиными для различных фреймворков. </a:t>
            </a:r>
            <a:endParaRPr b="0" lang="en-US" sz="1800" spc="-1" strike="noStrike">
              <a:latin typeface="Arial"/>
            </a:endParaRPr>
          </a:p>
          <a:p>
            <a:pPr>
              <a:lnSpc>
                <a:spcPct val="100000"/>
              </a:lnSpc>
              <a:buNone/>
            </a:pPr>
            <a:r>
              <a:rPr b="1" lang="en-US" sz="1800" spc="-1" strike="noStrike">
                <a:solidFill>
                  <a:srgbClr val="000000"/>
                </a:solidFill>
                <a:latin typeface="Calibri"/>
                <a:ea typeface="DejaVu Sans"/>
              </a:rPr>
              <a:t>device</a:t>
            </a:r>
            <a:r>
              <a:rPr b="1"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параметр описывающий фактическое расположение элементов тензора в памяти</a:t>
            </a: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CPU, NVIDIA GPU (cuda), AMD GPU (hip)</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 TPU (xla)</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Отличительная особенность каждого устройства это собственная реализация аллокатора данных, который не может работать с другим устройством</a:t>
            </a:r>
            <a:r>
              <a:rPr b="0" lang="en-US" sz="1800" spc="-1" strike="noStrike">
                <a:solidFill>
                  <a:srgbClr val="000000"/>
                </a:solidFill>
                <a:latin typeface="Calibri"/>
                <a:ea typeface="DejaVu Sans"/>
              </a:rPr>
              <a:t>.</a:t>
            </a:r>
            <a:endParaRPr b="0" lang="en-US" sz="1800" spc="-1" strike="noStrike">
              <a:latin typeface="Arial"/>
            </a:endParaRPr>
          </a:p>
        </p:txBody>
      </p:sp>
      <p:pic>
        <p:nvPicPr>
          <p:cNvPr id="166" name="Picture 2" descr="http://blog.ezyang.com/img/pytorch-internals/slide-14.png"/>
          <p:cNvPicPr/>
          <p:nvPr/>
        </p:nvPicPr>
        <p:blipFill>
          <a:blip r:embed="rId1"/>
          <a:srcRect l="0" t="28458" r="0" b="9600"/>
          <a:stretch/>
        </p:blipFill>
        <p:spPr>
          <a:xfrm>
            <a:off x="5485320" y="1143720"/>
            <a:ext cx="6468840" cy="3004920"/>
          </a:xfrm>
          <a:prstGeom prst="rect">
            <a:avLst/>
          </a:prstGeom>
          <a:ln w="0">
            <a:noFill/>
          </a:ln>
        </p:spPr>
      </p:pic>
      <p:sp>
        <p:nvSpPr>
          <p:cNvPr id="167" name="TextBox 3"/>
          <p:cNvSpPr/>
          <p:nvPr/>
        </p:nvSpPr>
        <p:spPr>
          <a:xfrm>
            <a:off x="143640" y="5901480"/>
            <a:ext cx="1105740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800" spc="-1" strike="noStrike">
                <a:solidFill>
                  <a:srgbClr val="000000"/>
                </a:solidFill>
                <a:latin typeface="Calibri"/>
                <a:ea typeface="DejaVu Sans"/>
              </a:rPr>
              <a:t>layout</a:t>
            </a:r>
            <a:r>
              <a:rPr b="1"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описывает характер преобразования физической памяти в логическое представление тензора. В зависимости от фреймворка возможны разные форматы, самые частые это </a:t>
            </a:r>
            <a:r>
              <a:rPr b="0" lang="en-US" sz="1800" spc="-1" strike="noStrike">
                <a:solidFill>
                  <a:srgbClr val="000000"/>
                </a:solidFill>
                <a:latin typeface="Calibri"/>
                <a:ea typeface="DejaVu Sans"/>
              </a:rPr>
              <a:t>strided, sparse, MKL-DNN. </a:t>
            </a:r>
            <a:endParaRPr b="0" lang="en-US" sz="1800" spc="-1" strike="noStrike">
              <a:latin typeface="Arial"/>
            </a:endParaRPr>
          </a:p>
          <a:p>
            <a:pPr>
              <a:lnSpc>
                <a:spcPct val="100000"/>
              </a:lnSpc>
              <a:buNone/>
            </a:pPr>
            <a:r>
              <a:rPr b="1" lang="en-US" sz="1800" spc="-1" strike="noStrike">
                <a:solidFill>
                  <a:srgbClr val="000000"/>
                </a:solidFill>
                <a:latin typeface="Calibri"/>
                <a:ea typeface="DejaVu Sans"/>
              </a:rPr>
              <a:t>dtype:</a:t>
            </a: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описывает пит данных хранимых в каждом элементе тензора. Это могут быть </a:t>
            </a:r>
            <a:r>
              <a:rPr b="0" lang="en-US" sz="1800" spc="-1" strike="noStrike">
                <a:solidFill>
                  <a:srgbClr val="000000"/>
                </a:solidFill>
                <a:latin typeface="Calibri"/>
                <a:ea typeface="DejaVu Sans"/>
              </a:rPr>
              <a:t>float, int </a:t>
            </a:r>
            <a:r>
              <a:rPr b="0" lang="ru-RU" sz="1800" spc="-1" strike="noStrike">
                <a:solidFill>
                  <a:srgbClr val="000000"/>
                </a:solidFill>
                <a:latin typeface="Calibri"/>
                <a:ea typeface="DejaVu Sans"/>
              </a:rPr>
              <a:t>и т.д.</a:t>
            </a:r>
            <a:endParaRPr b="0" lang="en-US" sz="18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TextBox 1"/>
          <p:cNvSpPr/>
          <p:nvPr/>
        </p:nvSpPr>
        <p:spPr>
          <a:xfrm>
            <a:off x="-16560" y="756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Вычислительные графы</a:t>
            </a:r>
            <a:endParaRPr b="0" lang="en-US" sz="3600" spc="-1" strike="noStrike">
              <a:latin typeface="Arial"/>
            </a:endParaRPr>
          </a:p>
        </p:txBody>
      </p:sp>
      <p:sp>
        <p:nvSpPr>
          <p:cNvPr id="169" name="Объект 2"/>
          <p:cNvSpPr/>
          <p:nvPr/>
        </p:nvSpPr>
        <p:spPr>
          <a:xfrm>
            <a:off x="837720" y="3988440"/>
            <a:ext cx="10800360" cy="2320200"/>
          </a:xfrm>
          <a:prstGeom prst="rect">
            <a:avLst/>
          </a:prstGeom>
          <a:noFill/>
          <a:ln w="0">
            <a:noFill/>
          </a:ln>
        </p:spPr>
        <p:style>
          <a:lnRef idx="0"/>
          <a:fillRef idx="0"/>
          <a:effectRef idx="0"/>
          <a:fontRef idx="minor"/>
        </p:style>
        <p:txBody>
          <a:bodyPr lIns="90000" rIns="90000" tIns="45000" bIns="45000" anchor="t">
            <a:normAutofit/>
          </a:bodyPr>
          <a:p>
            <a:pPr marL="201240">
              <a:lnSpc>
                <a:spcPct val="90000"/>
              </a:lnSpc>
              <a:spcBef>
                <a:spcPts val="201"/>
              </a:spcBef>
              <a:spcAft>
                <a:spcPts val="400"/>
              </a:spcAft>
              <a:buNone/>
              <a:tabLst>
                <a:tab algn="l" pos="0"/>
              </a:tabLst>
            </a:pPr>
            <a:endParaRPr b="0" lang="en-US" sz="2000" spc="-1" strike="noStrike">
              <a:latin typeface="Arial"/>
            </a:endParaRPr>
          </a:p>
          <a:p>
            <a:pPr marL="457200">
              <a:lnSpc>
                <a:spcPct val="90000"/>
              </a:lnSpc>
              <a:spcBef>
                <a:spcPts val="201"/>
              </a:spcBef>
              <a:spcAft>
                <a:spcPts val="400"/>
              </a:spcAft>
              <a:buNone/>
              <a:tabLst>
                <a:tab algn="l" pos="0"/>
              </a:tabLst>
            </a:pPr>
            <a:endParaRPr b="0" lang="en-US" sz="2000" spc="-1" strike="noStrike">
              <a:latin typeface="Arial"/>
            </a:endParaRPr>
          </a:p>
        </p:txBody>
      </p:sp>
      <p:pic>
        <p:nvPicPr>
          <p:cNvPr id="170" name="Picture 2" descr="Comp Graph Example"/>
          <p:cNvPicPr/>
          <p:nvPr/>
        </p:nvPicPr>
        <p:blipFill>
          <a:blip r:embed="rId1"/>
          <a:stretch/>
        </p:blipFill>
        <p:spPr>
          <a:xfrm>
            <a:off x="1990080" y="1758960"/>
            <a:ext cx="7848000" cy="3339360"/>
          </a:xfrm>
          <a:prstGeom prst="rect">
            <a:avLst/>
          </a:prstGeom>
          <a:ln w="0">
            <a:noFill/>
          </a:ln>
        </p:spPr>
      </p:pic>
      <p:sp>
        <p:nvSpPr>
          <p:cNvPr id="171" name="TextBox 2"/>
          <p:cNvSpPr/>
          <p:nvPr/>
        </p:nvSpPr>
        <p:spPr>
          <a:xfrm>
            <a:off x="765720" y="593280"/>
            <a:ext cx="1029636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Calibri"/>
                <a:ea typeface="DejaVu Sans"/>
              </a:rPr>
              <a:t>	</a:t>
            </a:r>
            <a:r>
              <a:rPr b="0" lang="ru-RU" sz="1800" spc="-1" strike="noStrike">
                <a:solidFill>
                  <a:srgbClr val="000000"/>
                </a:solidFill>
                <a:latin typeface="Calibri"/>
                <a:ea typeface="DejaVu Sans"/>
              </a:rPr>
              <a:t>Развитием нейронных сетей появляются все более сложные модели, требующие постоянной оптимизации использования памяти. Постоянный поиск способа обучать сложные модели задействовав меньше памяти обусловлен желанием обучать модели быстрее используя больший размер </a:t>
            </a:r>
            <a:r>
              <a:rPr b="0" lang="en-US" sz="1800" spc="-1" strike="noStrike">
                <a:solidFill>
                  <a:srgbClr val="000000"/>
                </a:solidFill>
                <a:latin typeface="Calibri"/>
                <a:ea typeface="DejaVu Sans"/>
              </a:rPr>
              <a:t>batch </a:t>
            </a:r>
            <a:r>
              <a:rPr b="0" lang="ru-RU" sz="1800" spc="-1" strike="noStrike">
                <a:solidFill>
                  <a:srgbClr val="000000"/>
                </a:solidFill>
                <a:latin typeface="Calibri"/>
                <a:ea typeface="DejaVu Sans"/>
              </a:rPr>
              <a:t>и постоянно достигать максимальной степени загрузки </a:t>
            </a:r>
            <a:r>
              <a:rPr b="0" lang="en-US" sz="1800" spc="-1" strike="noStrike">
                <a:solidFill>
                  <a:srgbClr val="000000"/>
                </a:solidFill>
                <a:latin typeface="Calibri"/>
                <a:ea typeface="DejaVu Sans"/>
              </a:rPr>
              <a:t>GPU.</a:t>
            </a:r>
            <a:r>
              <a:rPr b="0" lang="ru-RU" sz="1800" spc="-1" strike="noStrike">
                <a:solidFill>
                  <a:srgbClr val="000000"/>
                </a:solidFill>
                <a:latin typeface="Calibri"/>
                <a:ea typeface="DejaVu Sans"/>
              </a:rPr>
              <a:t> Вычислительные графы играют важную роль в процессе оптимизации вычислений. </a:t>
            </a:r>
            <a:endParaRPr b="0" lang="en-US" sz="1800" spc="-1" strike="noStrike">
              <a:latin typeface="Arial"/>
            </a:endParaRPr>
          </a:p>
        </p:txBody>
      </p:sp>
      <p:sp>
        <p:nvSpPr>
          <p:cNvPr id="172" name="TextBox 5"/>
          <p:cNvSpPr/>
          <p:nvPr/>
        </p:nvSpPr>
        <p:spPr>
          <a:xfrm>
            <a:off x="1008000" y="5508000"/>
            <a:ext cx="1017180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Символьная и императивная парадигмы программирования</a:t>
            </a: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TextBox 1"/>
          <p:cNvSpPr/>
          <p:nvPr/>
        </p:nvSpPr>
        <p:spPr>
          <a:xfrm>
            <a:off x="-16560" y="756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Вычислительные графы</a:t>
            </a:r>
            <a:endParaRPr b="0" lang="en-US" sz="3600" spc="-1" strike="noStrike">
              <a:latin typeface="Arial"/>
            </a:endParaRPr>
          </a:p>
        </p:txBody>
      </p:sp>
      <p:sp>
        <p:nvSpPr>
          <p:cNvPr id="174" name="Объект 2"/>
          <p:cNvSpPr/>
          <p:nvPr/>
        </p:nvSpPr>
        <p:spPr>
          <a:xfrm>
            <a:off x="837720" y="3988440"/>
            <a:ext cx="10800360" cy="2320200"/>
          </a:xfrm>
          <a:prstGeom prst="rect">
            <a:avLst/>
          </a:prstGeom>
          <a:noFill/>
          <a:ln w="0">
            <a:noFill/>
          </a:ln>
        </p:spPr>
        <p:style>
          <a:lnRef idx="0"/>
          <a:fillRef idx="0"/>
          <a:effectRef idx="0"/>
          <a:fontRef idx="minor"/>
        </p:style>
        <p:txBody>
          <a:bodyPr lIns="90000" rIns="90000" tIns="45000" bIns="45000" anchor="t">
            <a:normAutofit/>
          </a:bodyPr>
          <a:p>
            <a:pPr marL="201240">
              <a:lnSpc>
                <a:spcPct val="90000"/>
              </a:lnSpc>
              <a:spcBef>
                <a:spcPts val="201"/>
              </a:spcBef>
              <a:spcAft>
                <a:spcPts val="400"/>
              </a:spcAft>
              <a:buNone/>
              <a:tabLst>
                <a:tab algn="l" pos="0"/>
              </a:tabLst>
            </a:pPr>
            <a:endParaRPr b="0" lang="en-US" sz="2000" spc="-1" strike="noStrike">
              <a:latin typeface="Arial"/>
            </a:endParaRPr>
          </a:p>
          <a:p>
            <a:pPr marL="457200">
              <a:lnSpc>
                <a:spcPct val="90000"/>
              </a:lnSpc>
              <a:spcBef>
                <a:spcPts val="201"/>
              </a:spcBef>
              <a:spcAft>
                <a:spcPts val="400"/>
              </a:spcAft>
              <a:buNone/>
              <a:tabLst>
                <a:tab algn="l" pos="0"/>
              </a:tabLst>
            </a:pPr>
            <a:endParaRPr b="0" lang="en-US" sz="2000" spc="-1" strike="noStrike">
              <a:latin typeface="Arial"/>
            </a:endParaRPr>
          </a:p>
        </p:txBody>
      </p:sp>
      <p:pic>
        <p:nvPicPr>
          <p:cNvPr id="175" name="Picture 2" descr="Backward Graph"/>
          <p:cNvPicPr/>
          <p:nvPr/>
        </p:nvPicPr>
        <p:blipFill>
          <a:blip r:embed="rId1"/>
          <a:stretch/>
        </p:blipFill>
        <p:spPr>
          <a:xfrm>
            <a:off x="275040" y="2971800"/>
            <a:ext cx="11611800" cy="3588840"/>
          </a:xfrm>
          <a:prstGeom prst="rect">
            <a:avLst/>
          </a:prstGeom>
          <a:ln w="0">
            <a:noFill/>
          </a:ln>
        </p:spPr>
      </p:pic>
      <p:sp>
        <p:nvSpPr>
          <p:cNvPr id="176" name="TextBox 7"/>
          <p:cNvSpPr/>
          <p:nvPr/>
        </p:nvSpPr>
        <p:spPr>
          <a:xfrm>
            <a:off x="549720" y="692640"/>
            <a:ext cx="11232360" cy="25585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В различных фреймворках глубокого обучения реализованы разные концепции вычислительного графа. Все концепции имею свои преимущества и недостатки. Например в отношении обратного распространения ошибки некоторые фреймворки используют оригинальный вычислительный граф из прямого порядка вычислений для формирования прямо на нем градиентов для каждой операции. Другие же стоят отдельный вычислительный граф для обратного порядка вычислений. Второй подход более сложный но имеет определенные преимущества, в частности для оптимизации вычислений.  </a:t>
            </a:r>
            <a:endParaRPr b="0" lang="en-US" sz="18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TextBox 1"/>
          <p:cNvSpPr/>
          <p:nvPr/>
        </p:nvSpPr>
        <p:spPr>
          <a:xfrm>
            <a:off x="-16560" y="756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Вычислительные графы</a:t>
            </a:r>
            <a:endParaRPr b="0" lang="en-US" sz="3600" spc="-1" strike="noStrike">
              <a:latin typeface="Arial"/>
            </a:endParaRPr>
          </a:p>
        </p:txBody>
      </p:sp>
      <p:sp>
        <p:nvSpPr>
          <p:cNvPr id="178" name="Объект 2"/>
          <p:cNvSpPr/>
          <p:nvPr/>
        </p:nvSpPr>
        <p:spPr>
          <a:xfrm>
            <a:off x="837720" y="3988440"/>
            <a:ext cx="10800360" cy="2320200"/>
          </a:xfrm>
          <a:prstGeom prst="rect">
            <a:avLst/>
          </a:prstGeom>
          <a:noFill/>
          <a:ln w="0">
            <a:noFill/>
          </a:ln>
        </p:spPr>
        <p:style>
          <a:lnRef idx="0"/>
          <a:fillRef idx="0"/>
          <a:effectRef idx="0"/>
          <a:fontRef idx="minor"/>
        </p:style>
        <p:txBody>
          <a:bodyPr lIns="90000" rIns="90000" tIns="45000" bIns="45000" anchor="t">
            <a:normAutofit/>
          </a:bodyPr>
          <a:p>
            <a:pPr marL="201240">
              <a:lnSpc>
                <a:spcPct val="90000"/>
              </a:lnSpc>
              <a:spcBef>
                <a:spcPts val="201"/>
              </a:spcBef>
              <a:spcAft>
                <a:spcPts val="400"/>
              </a:spcAft>
              <a:buNone/>
              <a:tabLst>
                <a:tab algn="l" pos="0"/>
              </a:tabLst>
            </a:pPr>
            <a:endParaRPr b="0" lang="en-US" sz="2000" spc="-1" strike="noStrike">
              <a:latin typeface="Arial"/>
            </a:endParaRPr>
          </a:p>
          <a:p>
            <a:pPr marL="457200">
              <a:lnSpc>
                <a:spcPct val="90000"/>
              </a:lnSpc>
              <a:spcBef>
                <a:spcPts val="201"/>
              </a:spcBef>
              <a:spcAft>
                <a:spcPts val="400"/>
              </a:spcAft>
              <a:buNone/>
              <a:tabLst>
                <a:tab algn="l" pos="0"/>
              </a:tabLst>
            </a:pPr>
            <a:endParaRPr b="0" lang="en-US" sz="2000" spc="-1" strike="noStrike">
              <a:latin typeface="Arial"/>
            </a:endParaRPr>
          </a:p>
        </p:txBody>
      </p:sp>
      <p:sp>
        <p:nvSpPr>
          <p:cNvPr id="179" name="TextBox 2"/>
          <p:cNvSpPr/>
          <p:nvPr/>
        </p:nvSpPr>
        <p:spPr>
          <a:xfrm>
            <a:off x="558720" y="644040"/>
            <a:ext cx="5175000" cy="6947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Calibri"/>
                <a:ea typeface="DejaVu Sans"/>
              </a:rPr>
              <a:t>class array(object) :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"""Simple Array object that support autodiff."""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def __init__(self, value, name=None):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self.value = value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if name: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self.grad = lambda g : {name : g}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def __add__(self, other):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assert isinstance(other, int)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ret = array(self.value + other)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ret.grad = lambda g : self.grad(g)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return ret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def</a:t>
            </a: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__mul__(self, other):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assert isinstance(other, array)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ret = array(self.value * other.value)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def grad(g):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x = self.grad(g * other.value)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x.update(other.grad(g * self.value))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return x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ret.grad = grad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en-US" sz="1800" spc="-1" strike="noStrike">
                <a:solidFill>
                  <a:srgbClr val="000000"/>
                </a:solidFill>
                <a:latin typeface="Calibri"/>
                <a:ea typeface="DejaVu Sans"/>
              </a:rPr>
              <a:t>return ret</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 </a:t>
            </a:r>
            <a:endParaRPr b="0" lang="en-US" sz="1800" spc="-1" strike="noStrike">
              <a:latin typeface="Arial"/>
            </a:endParaRPr>
          </a:p>
        </p:txBody>
      </p:sp>
      <p:sp>
        <p:nvSpPr>
          <p:cNvPr id="180" name="TextBox 4"/>
          <p:cNvSpPr/>
          <p:nvPr/>
        </p:nvSpPr>
        <p:spPr>
          <a:xfrm>
            <a:off x="6310440" y="836640"/>
            <a:ext cx="3671640" cy="283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Calibri"/>
                <a:ea typeface="DejaVu Sans"/>
              </a:rPr>
              <a:t>a = array(1, 'a’)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b = array(2, 'b’)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c = b * a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d = c + 1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print</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d.value</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print</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d.grad(1)</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 </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 3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 {'a': 2, 'b': 1}</a:t>
            </a:r>
            <a:endParaRPr b="0" lang="en-US" sz="1800" spc="-1" strike="noStrike">
              <a:latin typeface="Arial"/>
            </a:endParaRPr>
          </a:p>
        </p:txBody>
      </p:sp>
      <p:sp>
        <p:nvSpPr>
          <p:cNvPr id="181" name="TextBox 5"/>
          <p:cNvSpPr/>
          <p:nvPr/>
        </p:nvSpPr>
        <p:spPr>
          <a:xfrm>
            <a:off x="6310440" y="4653000"/>
            <a:ext cx="568800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В данном примере каждый объект имеет метод </a:t>
            </a:r>
            <a:r>
              <a:rPr b="0" lang="en-US" sz="1800" spc="-1" strike="noStrike">
                <a:solidFill>
                  <a:srgbClr val="000000"/>
                </a:solidFill>
                <a:latin typeface="Calibri"/>
                <a:ea typeface="DejaVu Sans"/>
              </a:rPr>
              <a:t>grad</a:t>
            </a:r>
            <a:r>
              <a:rPr b="0" lang="ru-RU" sz="1800" spc="-1" strike="noStrike">
                <a:solidFill>
                  <a:srgbClr val="000000"/>
                </a:solidFill>
                <a:latin typeface="Calibri"/>
                <a:ea typeface="DejaVu Sans"/>
              </a:rPr>
              <a:t>(). При запуске </a:t>
            </a:r>
            <a:r>
              <a:rPr b="0" lang="en-US" sz="1800" spc="-1" strike="noStrike">
                <a:solidFill>
                  <a:srgbClr val="000000"/>
                </a:solidFill>
                <a:latin typeface="Calibri"/>
                <a:ea typeface="DejaVu Sans"/>
              </a:rPr>
              <a:t>d.grad() </a:t>
            </a:r>
            <a:r>
              <a:rPr b="0" lang="ru-RU" sz="1800" spc="-1" strike="noStrike">
                <a:solidFill>
                  <a:srgbClr val="000000"/>
                </a:solidFill>
                <a:latin typeface="Calibri"/>
                <a:ea typeface="DejaVu Sans"/>
              </a:rPr>
              <a:t>рекурсивно вызывается </a:t>
            </a:r>
            <a:r>
              <a:rPr b="0" lang="en-US" sz="1800" spc="-1" strike="noStrike">
                <a:solidFill>
                  <a:srgbClr val="000000"/>
                </a:solidFill>
                <a:latin typeface="Calibri"/>
                <a:ea typeface="DejaVu Sans"/>
              </a:rPr>
              <a:t>grad </a:t>
            </a:r>
            <a:r>
              <a:rPr b="0" lang="ru-RU" sz="1800" spc="-1" strike="noStrike">
                <a:solidFill>
                  <a:srgbClr val="000000"/>
                </a:solidFill>
                <a:latin typeface="Calibri"/>
                <a:ea typeface="DejaVu Sans"/>
              </a:rPr>
              <a:t>каждого предыдущего элемента. Таким образом градиенты распространяются в обратном направлении. </a:t>
            </a: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TextBox 1"/>
          <p:cNvSpPr/>
          <p:nvPr/>
        </p:nvSpPr>
        <p:spPr>
          <a:xfrm>
            <a:off x="-16560" y="756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Вычислительные графы</a:t>
            </a:r>
            <a:endParaRPr b="0" lang="en-US" sz="3600" spc="-1" strike="noStrike">
              <a:latin typeface="Arial"/>
            </a:endParaRPr>
          </a:p>
        </p:txBody>
      </p:sp>
      <p:sp>
        <p:nvSpPr>
          <p:cNvPr id="183" name="Объект 2"/>
          <p:cNvSpPr/>
          <p:nvPr/>
        </p:nvSpPr>
        <p:spPr>
          <a:xfrm>
            <a:off x="837720" y="3988440"/>
            <a:ext cx="10800360" cy="2320200"/>
          </a:xfrm>
          <a:prstGeom prst="rect">
            <a:avLst/>
          </a:prstGeom>
          <a:noFill/>
          <a:ln w="0">
            <a:noFill/>
          </a:ln>
        </p:spPr>
        <p:style>
          <a:lnRef idx="0"/>
          <a:fillRef idx="0"/>
          <a:effectRef idx="0"/>
          <a:fontRef idx="minor"/>
        </p:style>
        <p:txBody>
          <a:bodyPr lIns="90000" rIns="90000" tIns="45000" bIns="45000" anchor="t">
            <a:normAutofit/>
          </a:bodyPr>
          <a:p>
            <a:pPr marL="201240">
              <a:lnSpc>
                <a:spcPct val="90000"/>
              </a:lnSpc>
              <a:spcBef>
                <a:spcPts val="201"/>
              </a:spcBef>
              <a:spcAft>
                <a:spcPts val="400"/>
              </a:spcAft>
              <a:buNone/>
              <a:tabLst>
                <a:tab algn="l" pos="0"/>
              </a:tabLst>
            </a:pPr>
            <a:endParaRPr b="0" lang="en-US" sz="2000" spc="-1" strike="noStrike">
              <a:latin typeface="Arial"/>
            </a:endParaRPr>
          </a:p>
          <a:p>
            <a:pPr marL="457200">
              <a:lnSpc>
                <a:spcPct val="90000"/>
              </a:lnSpc>
              <a:spcBef>
                <a:spcPts val="201"/>
              </a:spcBef>
              <a:spcAft>
                <a:spcPts val="400"/>
              </a:spcAft>
              <a:buNone/>
              <a:tabLst>
                <a:tab algn="l" pos="0"/>
              </a:tabLst>
            </a:pPr>
            <a:endParaRPr b="0" lang="en-US" sz="2000" spc="-1" strike="noStrike">
              <a:latin typeface="Arial"/>
            </a:endParaRPr>
          </a:p>
        </p:txBody>
      </p:sp>
      <p:pic>
        <p:nvPicPr>
          <p:cNvPr id="184" name="Picture 2" descr="Comp Graph Folded"/>
          <p:cNvPicPr/>
          <p:nvPr/>
        </p:nvPicPr>
        <p:blipFill>
          <a:blip r:embed="rId1"/>
          <a:stretch/>
        </p:blipFill>
        <p:spPr>
          <a:xfrm>
            <a:off x="261720" y="3573000"/>
            <a:ext cx="11699280" cy="2263320"/>
          </a:xfrm>
          <a:prstGeom prst="rect">
            <a:avLst/>
          </a:prstGeom>
          <a:ln w="0">
            <a:noFill/>
          </a:ln>
        </p:spPr>
      </p:pic>
      <p:sp>
        <p:nvSpPr>
          <p:cNvPr id="185" name="TextBox 2"/>
          <p:cNvSpPr/>
          <p:nvPr/>
        </p:nvSpPr>
        <p:spPr>
          <a:xfrm>
            <a:off x="571320" y="906840"/>
            <a:ext cx="10954800" cy="2284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Calibri"/>
                <a:ea typeface="DejaVu Sans"/>
              </a:rPr>
              <a:t>A = Variable('A’)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B = Variable('B’)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C = B * A D = C + Constant(1)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 get gradient node.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gA, gB = D.grad(w</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r</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t</a:t>
            </a:r>
            <a:r>
              <a:rPr b="0" lang="ru-RU" sz="1800" spc="-1" strike="noStrike">
                <a:solidFill>
                  <a:srgbClr val="000000"/>
                </a:solidFill>
                <a:latin typeface="Calibri"/>
                <a:ea typeface="DejaVu Sans"/>
              </a:rPr>
              <a:t>.</a:t>
            </a:r>
            <a:r>
              <a:rPr b="0" lang="en-US" sz="1800" spc="-1" strike="noStrike">
                <a:solidFill>
                  <a:srgbClr val="000000"/>
                </a:solidFill>
                <a:latin typeface="Calibri"/>
                <a:ea typeface="DejaVu Sans"/>
              </a:rPr>
              <a:t>=[A, B])</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compiles the gradient function.</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f = compile([gA, gB]) </a:t>
            </a:r>
            <a:endParaRPr b="0" lang="en-US" sz="1800" spc="-1" strike="noStrike">
              <a:latin typeface="Arial"/>
            </a:endParaRPr>
          </a:p>
          <a:p>
            <a:pPr>
              <a:lnSpc>
                <a:spcPct val="100000"/>
              </a:lnSpc>
              <a:buNone/>
            </a:pPr>
            <a:r>
              <a:rPr b="0" lang="en-US" sz="1800" spc="-1" strike="noStrike">
                <a:solidFill>
                  <a:srgbClr val="000000"/>
                </a:solidFill>
                <a:latin typeface="Calibri"/>
                <a:ea typeface="DejaVu Sans"/>
              </a:rPr>
              <a:t>grad_a, grad_b = f(A=np.ones(10), B=np.ones(10)*2)</a:t>
            </a:r>
            <a:endParaRPr b="0" lang="en-US" sz="1800" spc="-1" strike="noStrike">
              <a:latin typeface="Arial"/>
            </a:endParaRPr>
          </a:p>
        </p:txBody>
      </p:sp>
      <p:sp>
        <p:nvSpPr>
          <p:cNvPr id="186" name="TextBox 8"/>
          <p:cNvSpPr/>
          <p:nvPr/>
        </p:nvSpPr>
        <p:spPr>
          <a:xfrm>
            <a:off x="6094440" y="764640"/>
            <a:ext cx="5688000" cy="1461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Здесь </a:t>
            </a:r>
            <a:r>
              <a:rPr b="0" lang="en-US" sz="1800" spc="-1" strike="noStrike">
                <a:solidFill>
                  <a:srgbClr val="000000"/>
                </a:solidFill>
                <a:latin typeface="Calibri"/>
                <a:ea typeface="DejaVu Sans"/>
              </a:rPr>
              <a:t>grad </a:t>
            </a:r>
            <a:r>
              <a:rPr b="0" lang="ru-RU" sz="1800" spc="-1" strike="noStrike">
                <a:solidFill>
                  <a:srgbClr val="000000"/>
                </a:solidFill>
                <a:latin typeface="Calibri"/>
                <a:ea typeface="DejaVu Sans"/>
              </a:rPr>
              <a:t>функция </a:t>
            </a:r>
            <a:r>
              <a:rPr b="0" lang="en-US" sz="1800" spc="-1" strike="noStrike">
                <a:solidFill>
                  <a:srgbClr val="000000"/>
                </a:solidFill>
                <a:latin typeface="Calibri"/>
                <a:ea typeface="DejaVu Sans"/>
              </a:rPr>
              <a:t>D </a:t>
            </a:r>
            <a:r>
              <a:rPr b="0" lang="ru-RU" sz="1800" spc="-1" strike="noStrike">
                <a:solidFill>
                  <a:srgbClr val="000000"/>
                </a:solidFill>
                <a:latin typeface="Calibri"/>
                <a:ea typeface="DejaVu Sans"/>
              </a:rPr>
              <a:t>создает граф вычислений в обратном порядке. Она возвращает узлы градиентов </a:t>
            </a:r>
            <a:r>
              <a:rPr b="0" lang="en-US" sz="1800" spc="-1" strike="noStrike">
                <a:solidFill>
                  <a:srgbClr val="000000"/>
                </a:solidFill>
                <a:latin typeface="Calibri"/>
                <a:ea typeface="DejaVu Sans"/>
              </a:rPr>
              <a:t>gA</a:t>
            </a:r>
            <a:r>
              <a:rPr b="0" lang="ru-RU" sz="1800" spc="-1" strike="noStrike">
                <a:solidFill>
                  <a:srgbClr val="000000"/>
                </a:solidFill>
                <a:latin typeface="Calibri"/>
                <a:ea typeface="DejaVu Sans"/>
              </a:rPr>
              <a:t> и</a:t>
            </a:r>
            <a:r>
              <a:rPr b="0" lang="en-US" sz="1800" spc="-1" strike="noStrike">
                <a:solidFill>
                  <a:srgbClr val="000000"/>
                </a:solidFill>
                <a:latin typeface="Calibri"/>
                <a:ea typeface="DejaVu Sans"/>
              </a:rPr>
              <a:t> gB</a:t>
            </a:r>
            <a:r>
              <a:rPr b="0" lang="ru-RU" sz="1800" spc="-1" strike="noStrike">
                <a:solidFill>
                  <a:srgbClr val="000000"/>
                </a:solidFill>
                <a:latin typeface="Calibri"/>
                <a:ea typeface="DejaVu Sans"/>
              </a:rPr>
              <a:t>, чтобы получить градиенты для соответствующих узлов.  </a:t>
            </a: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TextBox 1"/>
          <p:cNvSpPr/>
          <p:nvPr/>
        </p:nvSpPr>
        <p:spPr>
          <a:xfrm>
            <a:off x="-16560" y="756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Вычислительные графы</a:t>
            </a:r>
            <a:endParaRPr b="0" lang="en-US" sz="3600" spc="-1" strike="noStrike">
              <a:latin typeface="Arial"/>
            </a:endParaRPr>
          </a:p>
        </p:txBody>
      </p:sp>
      <p:sp>
        <p:nvSpPr>
          <p:cNvPr id="188" name="Объект 2"/>
          <p:cNvSpPr/>
          <p:nvPr/>
        </p:nvSpPr>
        <p:spPr>
          <a:xfrm>
            <a:off x="405720" y="1340640"/>
            <a:ext cx="10228320" cy="4349520"/>
          </a:xfrm>
          <a:prstGeom prst="rect">
            <a:avLst/>
          </a:prstGeom>
          <a:noFill/>
          <a:ln w="0">
            <a:noFill/>
          </a:ln>
        </p:spPr>
        <p:style>
          <a:lnRef idx="0"/>
          <a:fillRef idx="0"/>
          <a:effectRef idx="0"/>
          <a:fontRef idx="minor"/>
        </p:style>
      </p:sp>
      <p:sp>
        <p:nvSpPr>
          <p:cNvPr id="189" name="Rectangle 4"/>
          <p:cNvSpPr/>
          <p:nvPr/>
        </p:nvSpPr>
        <p:spPr>
          <a:xfrm>
            <a:off x="405720" y="620640"/>
            <a:ext cx="11664720" cy="4478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Расчет градиентов и  в символьной и в императивной парадигме следуют в соответствии с одной и той же логикой. Разница только в том, что в императивной парадигме при использовании автоматического расчета градиентов существует необходимость хранить невязки для всех вычислений в каждой операции. Это означает, что память под соответствующие значения данных в операциях будет занята все время прямого и обратного хода вычислений.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Более того в символьной парадигме существует возможность рассчитать значения в определенных операция без того, чтобы получать все промежуточные значения. Например нам необходимо получить только значение </a:t>
            </a:r>
            <a:r>
              <a:rPr b="0" lang="en-US" sz="1800" spc="-1" strike="noStrike">
                <a:solidFill>
                  <a:srgbClr val="000000"/>
                </a:solidFill>
                <a:latin typeface="Calibri"/>
                <a:ea typeface="DejaVu Sans"/>
              </a:rPr>
              <a:t>d. </a:t>
            </a:r>
            <a:r>
              <a:rPr b="0" lang="ru-RU" sz="1800" spc="-1" strike="noStrike">
                <a:solidFill>
                  <a:srgbClr val="000000"/>
                </a:solidFill>
                <a:latin typeface="Calibri"/>
                <a:ea typeface="DejaVu Sans"/>
              </a:rPr>
              <a:t>При помощи f=compiled([D]) мы указываем системе границы вычислений и в данном случае мы желаем сделать расчеты только в рамках прямого ходя вычислений. Таким образом, мы можем получить только значение </a:t>
            </a:r>
            <a:r>
              <a:rPr b="0" lang="en-US" sz="1800" spc="-1" strike="noStrike">
                <a:solidFill>
                  <a:srgbClr val="000000"/>
                </a:solidFill>
                <a:latin typeface="Calibri"/>
                <a:ea typeface="DejaVu Sans"/>
              </a:rPr>
              <a:t>d, </a:t>
            </a:r>
            <a:r>
              <a:rPr b="0" lang="ru-RU" sz="1800" spc="-1" strike="noStrike">
                <a:solidFill>
                  <a:srgbClr val="000000"/>
                </a:solidFill>
                <a:latin typeface="Calibri"/>
                <a:ea typeface="DejaVu Sans"/>
              </a:rPr>
              <a:t>без расчета его градиентов. Это позволяет системе оптимизировать память в процессе вычислений, выделяя её только для входящего и исходящего объектов.</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  </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в символьной парадигме все ограничения должны быть известны заранее до компиляции графа.</a:t>
            </a: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TextBox 1"/>
          <p:cNvSpPr/>
          <p:nvPr/>
        </p:nvSpPr>
        <p:spPr>
          <a:xfrm>
            <a:off x="-16560" y="7560"/>
            <a:ext cx="12188160" cy="638280"/>
          </a:xfrm>
          <a:prstGeom prst="rect">
            <a:avLst/>
          </a:prstGeom>
          <a:noFill/>
          <a:ln w="0">
            <a:noFill/>
          </a:ln>
        </p:spPr>
        <p:style>
          <a:lnRef idx="0"/>
          <a:fillRef idx="0"/>
          <a:effectRef idx="0"/>
          <a:fontRef idx="minor"/>
        </p:style>
        <p:txBody>
          <a:bodyPr lIns="90000" rIns="90000" tIns="45000" bIns="45000" anchor="t">
            <a:spAutoFit/>
          </a:bodyPr>
          <a:p>
            <a:pPr marL="534960">
              <a:lnSpc>
                <a:spcPct val="100000"/>
              </a:lnSpc>
              <a:spcBef>
                <a:spcPts val="1800"/>
              </a:spcBef>
              <a:spcAft>
                <a:spcPts val="1800"/>
              </a:spcAft>
              <a:buNone/>
            </a:pPr>
            <a:r>
              <a:rPr b="0" lang="ru-RU" sz="3600" spc="-1" strike="noStrike">
                <a:solidFill>
                  <a:srgbClr val="000000"/>
                </a:solidFill>
                <a:latin typeface="Segoe UI"/>
                <a:ea typeface="DejaVu Sans"/>
              </a:rPr>
              <a:t>Нейронная сеть</a:t>
            </a:r>
            <a:endParaRPr b="0" lang="en-US" sz="3600" spc="-1" strike="noStrike">
              <a:latin typeface="Arial"/>
            </a:endParaRPr>
          </a:p>
        </p:txBody>
      </p:sp>
      <p:pic>
        <p:nvPicPr>
          <p:cNvPr id="191" name="Picture 6" descr="A Gentle Introduction to Neural Networks | CleverTap"/>
          <p:cNvPicPr/>
          <p:nvPr/>
        </p:nvPicPr>
        <p:blipFill>
          <a:blip r:embed="rId1"/>
          <a:stretch/>
        </p:blipFill>
        <p:spPr>
          <a:xfrm>
            <a:off x="3502080" y="2205000"/>
            <a:ext cx="8672040" cy="4070520"/>
          </a:xfrm>
          <a:prstGeom prst="rect">
            <a:avLst/>
          </a:prstGeom>
          <a:ln w="0">
            <a:noFill/>
          </a:ln>
        </p:spPr>
      </p:pic>
      <p:pic>
        <p:nvPicPr>
          <p:cNvPr id="192" name="Picture 8" descr="How to Train a Basic Perceptron Neural Network - Technical Articles"/>
          <p:cNvPicPr/>
          <p:nvPr/>
        </p:nvPicPr>
        <p:blipFill>
          <a:blip r:embed="rId2"/>
          <a:stretch/>
        </p:blipFill>
        <p:spPr>
          <a:xfrm>
            <a:off x="430200" y="620640"/>
            <a:ext cx="3359160" cy="2253960"/>
          </a:xfrm>
          <a:prstGeom prst="rect">
            <a:avLst/>
          </a:prstGeom>
          <a:ln w="0">
            <a:noFill/>
          </a:ln>
        </p:spPr>
      </p:pic>
      <p:sp>
        <p:nvSpPr>
          <p:cNvPr id="193" name="TextBox 3"/>
          <p:cNvSpPr/>
          <p:nvPr/>
        </p:nvSpPr>
        <p:spPr>
          <a:xfrm>
            <a:off x="4294080" y="116640"/>
            <a:ext cx="7704000" cy="3107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Персептрон представляет собой линейный классификатор. Это алгоритм, который классифицирует объект путем разделения двух категорий прямой. Объектом обычно является вектор-функция x, взятая с весом w и смещенная на b: y = w * x + b.</a:t>
            </a: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	</a:t>
            </a:r>
            <a:r>
              <a:rPr b="0" lang="ru-RU" sz="1800" spc="-1" strike="noStrike">
                <a:solidFill>
                  <a:srgbClr val="000000"/>
                </a:solidFill>
                <a:latin typeface="Calibri"/>
                <a:ea typeface="DejaVu Sans"/>
              </a:rPr>
              <a:t>На выходе персептрон выдает результат y, основанный на нескольких вещественных входных объектах путем формирования линейной комбинации с использованием весовых коэффициентов (иногда с последующим пропусканием результата через нелинейную функцию активации). </a:t>
            </a:r>
            <a:endParaRPr b="0" lang="en-US" sz="1800" spc="-1" strike="noStrike">
              <a:latin typeface="Arial"/>
            </a:endParaRPr>
          </a:p>
        </p:txBody>
      </p:sp>
      <p:sp>
        <p:nvSpPr>
          <p:cNvPr id="194" name="TextBox 5"/>
          <p:cNvSpPr/>
          <p:nvPr/>
        </p:nvSpPr>
        <p:spPr>
          <a:xfrm>
            <a:off x="189720" y="3069000"/>
            <a:ext cx="3671640" cy="3381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800" spc="-1" strike="noStrike">
                <a:solidFill>
                  <a:srgbClr val="000000"/>
                </a:solidFill>
                <a:latin typeface="Calibri"/>
                <a:ea typeface="DejaVu Sans"/>
              </a:rPr>
              <a:t>Вот как это выглядит на языке математики:</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ru-RU" sz="1800" spc="-1" strike="noStrike">
                <a:solidFill>
                  <a:srgbClr val="000000"/>
                </a:solidFill>
                <a:latin typeface="Calibri"/>
                <a:ea typeface="DejaVu Sans"/>
              </a:rPr>
              <a:t>w – вектор весовых коэффициентов, x – вектор входных объектов, b – смещение, φ – функция нелинейной активации.</a:t>
            </a:r>
            <a:endParaRPr b="0" lang="en-US" sz="1800" spc="-1" strike="noStrike">
              <a:latin typeface="Arial"/>
            </a:endParaRPr>
          </a:p>
          <a:p>
            <a:pPr>
              <a:lnSpc>
                <a:spcPct val="100000"/>
              </a:lnSpc>
              <a:buNone/>
            </a:pPr>
            <a:endParaRPr b="0" lang="en-US" sz="1800" spc="-1" strike="noStrike">
              <a:latin typeface="Arial"/>
            </a:endParaRPr>
          </a:p>
        </p:txBody>
      </p:sp>
      <p:pic>
        <p:nvPicPr>
          <p:cNvPr id="195" name="Picture 6" descr=""/>
          <p:cNvPicPr/>
          <p:nvPr/>
        </p:nvPicPr>
        <p:blipFill>
          <a:blip r:embed="rId3"/>
          <a:stretch/>
        </p:blipFill>
        <p:spPr>
          <a:xfrm>
            <a:off x="176760" y="3645000"/>
            <a:ext cx="3352680" cy="10281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6" name="Picture 1" descr=""/>
          <p:cNvPicPr/>
          <p:nvPr/>
        </p:nvPicPr>
        <p:blipFill>
          <a:blip r:embed="rId1"/>
          <a:stretch/>
        </p:blipFill>
        <p:spPr>
          <a:xfrm>
            <a:off x="0" y="1558800"/>
            <a:ext cx="12188160" cy="4533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false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1360476</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2011-12-12T13:37:00+00:00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2035-01-01T08:00:00+00:00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TP102801058</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706496</LocLastLocAttemptVersionLookup>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REDMOND\v-soujap</DisplayName>
        <AccountId>1954</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14</OriginalRelease>
    <TPLaunchHelpLinkType xmlns="4873beb7-5857-4685-be1f-d57550cc96cc">Template</TPLaunchHelpLinkType>
    <LocalizationTagsTaxHTField0 xmlns="4873beb7-5857-4685-be1f-d57550cc96cc">
      <Terms xmlns="http://schemas.microsoft.com/office/infopath/2007/PartnerControls"/>
    </LocalizationTagsTaxHTField0>
    <LocMarketGroupTiers2 xmlns="4873beb7-5857-4685-be1f-d57550cc96cc" xsi:nil="true"/>
  </documentManagement>
</p:properties>
</file>

<file path=customXml/itemProps1.xml><?xml version="1.0" encoding="utf-8"?>
<ds:datastoreItem xmlns:ds="http://schemas.openxmlformats.org/officeDocument/2006/customXml" ds:itemID="{8D003AC8-209A-4321-A17C-1B7A20643390}">
  <ds:schemaRefs>
    <ds:schemaRef ds:uri="http://schemas.microsoft.com/sharepoint/v3/contenttype/forms"/>
  </ds:schemaRefs>
</ds:datastoreItem>
</file>

<file path=customXml/itemProps2.xml><?xml version="1.0" encoding="utf-8"?>
<ds:datastoreItem xmlns:ds="http://schemas.openxmlformats.org/officeDocument/2006/customXml" ds:itemID="{83ED4759-CFDD-43F0-817C-11D9197192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ED80E12-3BE9-4746-820E-FFB249F467F2}">
  <ds:schemaRefs>
    <ds:schemaRef ds:uri="http://schemas.microsoft.com/office/2006/documentManagement/type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Retrospect</Template>
  <TotalTime>8974</TotalTime>
  <Application>LibreOffice/7.3.7.2$Linux_X86_64 LibreOffice_project/30$Build-2</Application>
  <AppVersion>15.0000</AppVersion>
  <Words>2425</Words>
  <Paragraphs>177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2021-09-06T17:40:32Z</dcterms:created>
  <dc:creator>Борис Вишняков</dc:creator>
  <dc:description/>
  <dc:language>en-US</dc:language>
  <cp:lastModifiedBy/>
  <dcterms:modified xsi:type="dcterms:W3CDTF">2026-01-07T22:07:35Z</dcterms:modified>
  <cp:revision>132</cp:revision>
  <dc:subject/>
  <dc:title>Методы интеллектуальной обработки данных и машинного обучения с использованием глубоких нейронных сетей</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ampaign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InternalTags">
    <vt:lpwstr/>
  </property>
  <property fmtid="{D5CDD505-2E9C-101B-9397-08002B2CF9AE}" pid="6" name="LocalizationTags">
    <vt:lpwstr/>
  </property>
  <property fmtid="{D5CDD505-2E9C-101B-9397-08002B2CF9AE}" pid="7" name="Notes">
    <vt:i4>20</vt:i4>
  </property>
  <property fmtid="{D5CDD505-2E9C-101B-9397-08002B2CF9AE}" pid="8" name="PresentationFormat">
    <vt:lpwstr>Custom</vt:lpwstr>
  </property>
  <property fmtid="{D5CDD505-2E9C-101B-9397-08002B2CF9AE}" pid="9" name="ScenarioTags">
    <vt:lpwstr/>
  </property>
  <property fmtid="{D5CDD505-2E9C-101B-9397-08002B2CF9AE}" pid="10" name="Slides">
    <vt:i4>26</vt:i4>
  </property>
</Properties>
</file>